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MiSans" charset="-122" pitchFamily="34"/>
      <p:regular r:id="rId23"/>
    </p:embeddedFont>
    <p:embeddedFont>
      <p:font typeface="Hedvig Letters Sans" charset="-122" pitchFamily="34"/>
      <p:regular r:id="rId24"/>
    </p:embeddedFont>
    <p:embeddedFont>
      <p:font typeface="Liter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04abb917ddb508e919e88450d4582a54eccd7026.jp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>
                  <a:alpha val="95000"/>
                </a:srgbClr>
              </a:gs>
              <a:gs pos="50000">
                <a:srgbClr val="0D1117">
                  <a:alpha val="85000"/>
                </a:srgbClr>
              </a:gs>
              <a:gs pos="100000">
                <a:srgbClr val="01FF6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360646"/>
            <a:ext cx="2731770" cy="426720"/>
          </a:xfrm>
          <a:custGeom>
            <a:avLst/>
            <a:gdLst/>
            <a:ahLst/>
            <a:cxnLst/>
            <a:rect l="l" t="t" r="r" b="b"/>
            <a:pathLst>
              <a:path w="2731770" h="426720">
                <a:moveTo>
                  <a:pt x="213360" y="0"/>
                </a:moveTo>
                <a:lnTo>
                  <a:pt x="2518410" y="0"/>
                </a:lnTo>
                <a:cubicBezTo>
                  <a:pt x="2636245" y="0"/>
                  <a:pt x="2731770" y="95525"/>
                  <a:pt x="2731770" y="213360"/>
                </a:cubicBezTo>
                <a:lnTo>
                  <a:pt x="2731770" y="213360"/>
                </a:lnTo>
                <a:cubicBezTo>
                  <a:pt x="2731770" y="331195"/>
                  <a:pt x="2636245" y="426720"/>
                  <a:pt x="2518410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 w="10160">
            <a:solidFill>
              <a:srgbClr val="01FF6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471136"/>
            <a:ext cx="242637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CYBERSECURITY PROJECT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095976"/>
            <a:ext cx="1188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Phish</a:t>
            </a:r>
            <a:pPr>
              <a:lnSpc>
                <a:spcPct val="80000"/>
              </a:lnSpc>
            </a:pPr>
            <a:r>
              <a:rPr lang="en-US" sz="72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Guard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3391376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" name="Text 5"/>
          <p:cNvSpPr/>
          <p:nvPr/>
        </p:nvSpPr>
        <p:spPr>
          <a:xfrm>
            <a:off x="1447800" y="3238976"/>
            <a:ext cx="50863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6EDF3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AI-Powered Phishing Detection System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81000" y="3886676"/>
            <a:ext cx="64960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an interactive cybersecurity awareness platform that combines OCR technology, pattern recognition, and machine learning to detect phishing emails in real-time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04813" y="52916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1" name="Text 8"/>
          <p:cNvSpPr/>
          <p:nvPr/>
        </p:nvSpPr>
        <p:spPr>
          <a:xfrm>
            <a:off x="733425" y="5272564"/>
            <a:ext cx="1409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Detection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99705" y="5291614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3" name="Text 10"/>
          <p:cNvSpPr/>
          <p:nvPr/>
        </p:nvSpPr>
        <p:spPr>
          <a:xfrm>
            <a:off x="2728317" y="5272564"/>
            <a:ext cx="809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781068" y="5291614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5" name="Text 12"/>
          <p:cNvSpPr/>
          <p:nvPr/>
        </p:nvSpPr>
        <p:spPr>
          <a:xfrm>
            <a:off x="4121587" y="5272564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Development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PRESENTATION OVERVIEW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489710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7220" y="1722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69025" y="1836420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41120" y="172212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Phishing Threat Landscape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1120" y="206502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statistics, attack trends, and the $4.88M average cost of phishing incidents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4110" y="1489710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17221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581894" y="183642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170420" y="172212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&amp; Architecture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70420" y="206502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design, technology stack, and Flask-based backend structure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539491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49260" y="388620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41120" y="3771900"/>
            <a:ext cx="4495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Implementation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1120" y="4114800"/>
            <a:ext cx="4476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API, detection algorithms, and interactive frontend features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4110" y="3539491"/>
            <a:ext cx="5589270" cy="1817370"/>
          </a:xfrm>
          <a:custGeom>
            <a:avLst/>
            <a:gdLst/>
            <a:ahLst/>
            <a:cxnLst/>
            <a:rect l="l" t="t" r="r" b="b"/>
            <a:pathLst>
              <a:path w="5589270" h="1817370">
                <a:moveTo>
                  <a:pt x="114294" y="0"/>
                </a:moveTo>
                <a:lnTo>
                  <a:pt x="5474976" y="0"/>
                </a:lnTo>
                <a:cubicBezTo>
                  <a:pt x="5538099" y="0"/>
                  <a:pt x="5589270" y="51171"/>
                  <a:pt x="5589270" y="114294"/>
                </a:cubicBezTo>
                <a:lnTo>
                  <a:pt x="5589270" y="1703076"/>
                </a:lnTo>
                <a:cubicBezTo>
                  <a:pt x="5589270" y="1766199"/>
                  <a:pt x="5538099" y="1817370"/>
                  <a:pt x="5474976" y="1817370"/>
                </a:cubicBezTo>
                <a:lnTo>
                  <a:pt x="114294" y="1817370"/>
                </a:lnTo>
                <a:cubicBezTo>
                  <a:pt x="51171" y="1817370"/>
                  <a:pt x="0" y="1766199"/>
                  <a:pt x="0" y="1703076"/>
                </a:cubicBezTo>
                <a:lnTo>
                  <a:pt x="0" y="114294"/>
                </a:lnTo>
                <a:cubicBezTo>
                  <a:pt x="0" y="51171"/>
                  <a:pt x="51171" y="0"/>
                  <a:pt x="11429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3771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575465" y="3886200"/>
            <a:ext cx="3905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170420" y="3771900"/>
            <a:ext cx="421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&amp; Deployment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70420" y="4114800"/>
            <a:ext cx="4200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security best practices and cloud deployment strategies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4810" y="5589270"/>
            <a:ext cx="3703320" cy="883920"/>
          </a:xfrm>
          <a:custGeom>
            <a:avLst/>
            <a:gdLst/>
            <a:ahLst/>
            <a:cxnLst/>
            <a:rect l="l" t="t" r="r" b="b"/>
            <a:pathLst>
              <a:path w="3703320" h="883920">
                <a:moveTo>
                  <a:pt x="76203" y="0"/>
                </a:moveTo>
                <a:lnTo>
                  <a:pt x="3627117" y="0"/>
                </a:lnTo>
                <a:cubicBezTo>
                  <a:pt x="3669203" y="0"/>
                  <a:pt x="3703320" y="34117"/>
                  <a:pt x="3703320" y="76203"/>
                </a:cubicBezTo>
                <a:lnTo>
                  <a:pt x="3703320" y="807717"/>
                </a:lnTo>
                <a:cubicBezTo>
                  <a:pt x="3703320" y="849803"/>
                  <a:pt x="3669203" y="883920"/>
                  <a:pt x="362711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582" y="5745481"/>
            <a:ext cx="3533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682" y="6126481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Patterns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245531" y="5589270"/>
            <a:ext cx="3703320" cy="883920"/>
          </a:xfrm>
          <a:custGeom>
            <a:avLst/>
            <a:gdLst/>
            <a:ahLst/>
            <a:cxnLst/>
            <a:rect l="l" t="t" r="r" b="b"/>
            <a:pathLst>
              <a:path w="3703320" h="883920">
                <a:moveTo>
                  <a:pt x="76203" y="0"/>
                </a:moveTo>
                <a:lnTo>
                  <a:pt x="3627117" y="0"/>
                </a:lnTo>
                <a:cubicBezTo>
                  <a:pt x="3669203" y="0"/>
                  <a:pt x="3703320" y="34117"/>
                  <a:pt x="3703320" y="76203"/>
                </a:cubicBezTo>
                <a:lnTo>
                  <a:pt x="3703320" y="807717"/>
                </a:lnTo>
                <a:cubicBezTo>
                  <a:pt x="3703320" y="849803"/>
                  <a:pt x="3669203" y="883920"/>
                  <a:pt x="362711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0303" y="5745481"/>
            <a:ext cx="3533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0-100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68403" y="6126481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Score Range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06371" y="5589270"/>
            <a:ext cx="3703320" cy="883920"/>
          </a:xfrm>
          <a:custGeom>
            <a:avLst/>
            <a:gdLst/>
            <a:ahLst/>
            <a:cxnLst/>
            <a:rect l="l" t="t" r="r" b="b"/>
            <a:pathLst>
              <a:path w="3703320" h="883920">
                <a:moveTo>
                  <a:pt x="76203" y="0"/>
                </a:moveTo>
                <a:lnTo>
                  <a:pt x="3627117" y="0"/>
                </a:lnTo>
                <a:cubicBezTo>
                  <a:pt x="3669203" y="0"/>
                  <a:pt x="3703320" y="34117"/>
                  <a:pt x="3703320" y="76203"/>
                </a:cubicBezTo>
                <a:lnTo>
                  <a:pt x="3703320" y="807717"/>
                </a:lnTo>
                <a:cubicBezTo>
                  <a:pt x="3703320" y="849803"/>
                  <a:pt x="3669203" y="883920"/>
                  <a:pt x="362711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91143" y="5745481"/>
            <a:ext cx="35337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9243" y="6126481"/>
            <a:ext cx="3457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Speed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fd9874a9c1bd9f33733afa9ffe7265d3b9c158b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/>
              </a:gs>
              <a:gs pos="50000">
                <a:srgbClr val="0D11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810703"/>
            <a:ext cx="1503045" cy="426720"/>
          </a:xfrm>
          <a:custGeom>
            <a:avLst/>
            <a:gdLst/>
            <a:ahLst/>
            <a:cxnLst/>
            <a:rect l="l" t="t" r="r" b="b"/>
            <a:pathLst>
              <a:path w="1503045" h="426720">
                <a:moveTo>
                  <a:pt x="213360" y="0"/>
                </a:moveTo>
                <a:lnTo>
                  <a:pt x="1289685" y="0"/>
                </a:lnTo>
                <a:cubicBezTo>
                  <a:pt x="1407520" y="0"/>
                  <a:pt x="1503045" y="95525"/>
                  <a:pt x="1503045" y="213360"/>
                </a:cubicBezTo>
                <a:lnTo>
                  <a:pt x="1503045" y="213360"/>
                </a:lnTo>
                <a:cubicBezTo>
                  <a:pt x="1503045" y="331195"/>
                  <a:pt x="1407520" y="426720"/>
                  <a:pt x="12896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 w="10160">
            <a:solidFill>
              <a:srgbClr val="FF4D4D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921193"/>
            <a:ext cx="120038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69833"/>
            <a:ext cx="73342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Phishing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Threat Landscape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2933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79633"/>
            <a:ext cx="71056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 scale and impact of phishing attacks in 2024-2025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60" kern="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THREAT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Phishing: The #1 Cybersecurity Threat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810" y="1299210"/>
            <a:ext cx="6151245" cy="3284220"/>
          </a:xfrm>
          <a:custGeom>
            <a:avLst/>
            <a:gdLst/>
            <a:ahLst/>
            <a:cxnLst/>
            <a:rect l="l" t="t" r="r" b="b"/>
            <a:pathLst>
              <a:path w="6151245" h="3284220">
                <a:moveTo>
                  <a:pt x="114291" y="0"/>
                </a:moveTo>
                <a:lnTo>
                  <a:pt x="6036954" y="0"/>
                </a:lnTo>
                <a:cubicBezTo>
                  <a:pt x="6100033" y="0"/>
                  <a:pt x="6151245" y="51212"/>
                  <a:pt x="6151245" y="114291"/>
                </a:cubicBezTo>
                <a:lnTo>
                  <a:pt x="6151245" y="3169929"/>
                </a:lnTo>
                <a:cubicBezTo>
                  <a:pt x="6151245" y="3233008"/>
                  <a:pt x="6100033" y="3284220"/>
                  <a:pt x="6036954" y="3284220"/>
                </a:cubicBezTo>
                <a:lnTo>
                  <a:pt x="114291" y="3284220"/>
                </a:lnTo>
                <a:cubicBezTo>
                  <a:pt x="51212" y="3284220"/>
                  <a:pt x="0" y="3233008"/>
                  <a:pt x="0" y="316992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2932" y="15411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" name="Text 4"/>
          <p:cNvSpPr/>
          <p:nvPr/>
        </p:nvSpPr>
        <p:spPr>
          <a:xfrm>
            <a:off x="798195" y="1493520"/>
            <a:ext cx="5629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Distribution by Industry (2024)</a:t>
            </a:r>
            <a:endParaRPr lang="en-US" sz="1600" dirty="0"/>
          </a:p>
        </p:txBody>
      </p:sp>
      <p:pic>
        <p:nvPicPr>
          <p:cNvPr id="7" name="Image 0" descr="https://kimi-img.moonshot.cn/pub/slides/26-03-29-08:02:46-d746o9kn907ap2pqhp00.png">    </p:cNvPr>
          <p:cNvPicPr>
            <a:picLocks noChangeAspect="1"/>
          </p:cNvPicPr>
          <p:nvPr/>
        </p:nvPicPr>
        <p:blipFill>
          <a:blip r:embed="rId1"/>
          <a:srcRect l="0" r="0" t="17" b="17"/>
          <a:stretch/>
        </p:blipFill>
        <p:spPr>
          <a:xfrm>
            <a:off x="579120" y="1912620"/>
            <a:ext cx="5762625" cy="2476500"/>
          </a:xfrm>
          <a:prstGeom prst="roundRect">
            <a:avLst>
              <a:gd name="adj" fmla="val 0"/>
            </a:avLst>
          </a:prstGeom>
        </p:spPr>
      </p:pic>
      <p:sp>
        <p:nvSpPr>
          <p:cNvPr id="8" name="Shape 5"/>
          <p:cNvSpPr/>
          <p:nvPr/>
        </p:nvSpPr>
        <p:spPr>
          <a:xfrm>
            <a:off x="384810" y="4743451"/>
            <a:ext cx="2998470" cy="1226820"/>
          </a:xfrm>
          <a:custGeom>
            <a:avLst/>
            <a:gdLst/>
            <a:ahLst/>
            <a:cxnLst/>
            <a:rect l="l" t="t" r="r" b="b"/>
            <a:pathLst>
              <a:path w="2998470" h="1226820">
                <a:moveTo>
                  <a:pt x="114303" y="0"/>
                </a:moveTo>
                <a:lnTo>
                  <a:pt x="2884167" y="0"/>
                </a:lnTo>
                <a:cubicBezTo>
                  <a:pt x="2947295" y="0"/>
                  <a:pt x="2998470" y="51175"/>
                  <a:pt x="2998470" y="114303"/>
                </a:cubicBezTo>
                <a:lnTo>
                  <a:pt x="2998470" y="1112517"/>
                </a:lnTo>
                <a:cubicBezTo>
                  <a:pt x="2998470" y="1175603"/>
                  <a:pt x="2947253" y="1226820"/>
                  <a:pt x="28841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 w="10160">
            <a:solidFill>
              <a:srgbClr val="FF4D4D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1020" y="4899661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4D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$4.88M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1020" y="5356861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Cost per Incident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1020" y="5623561"/>
            <a:ext cx="2752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IBM 2024 Cost of Data Breach Report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541395" y="4743451"/>
            <a:ext cx="2998470" cy="1226820"/>
          </a:xfrm>
          <a:custGeom>
            <a:avLst/>
            <a:gdLst/>
            <a:ahLst/>
            <a:cxnLst/>
            <a:rect l="l" t="t" r="r" b="b"/>
            <a:pathLst>
              <a:path w="2998470" h="1226820">
                <a:moveTo>
                  <a:pt x="114303" y="0"/>
                </a:moveTo>
                <a:lnTo>
                  <a:pt x="2884167" y="0"/>
                </a:lnTo>
                <a:cubicBezTo>
                  <a:pt x="2947295" y="0"/>
                  <a:pt x="2998470" y="51175"/>
                  <a:pt x="2998470" y="114303"/>
                </a:cubicBezTo>
                <a:lnTo>
                  <a:pt x="2998470" y="1112517"/>
                </a:lnTo>
                <a:cubicBezTo>
                  <a:pt x="2998470" y="1175603"/>
                  <a:pt x="2947253" y="1226820"/>
                  <a:pt x="2884167" y="1226820"/>
                </a:cubicBezTo>
                <a:lnTo>
                  <a:pt x="114303" y="1226820"/>
                </a:lnTo>
                <a:cubicBezTo>
                  <a:pt x="51175" y="1226820"/>
                  <a:pt x="0" y="1175645"/>
                  <a:pt x="0" y="11125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 w="10160">
            <a:solidFill>
              <a:srgbClr val="FF4D4D">
                <a:alpha val="30196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97605" y="4899661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FF4D4D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80%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97605" y="5356861"/>
            <a:ext cx="2762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Cloud Credentials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697605" y="5623561"/>
            <a:ext cx="2752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5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Microsoft 365, Google Workspace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74180" y="1299210"/>
            <a:ext cx="5036820" cy="4055745"/>
          </a:xfrm>
          <a:custGeom>
            <a:avLst/>
            <a:gdLst/>
            <a:ahLst/>
            <a:cxnLst/>
            <a:rect l="l" t="t" r="r" b="b"/>
            <a:pathLst>
              <a:path w="5036820" h="4055745">
                <a:moveTo>
                  <a:pt x="114291" y="0"/>
                </a:moveTo>
                <a:lnTo>
                  <a:pt x="4922529" y="0"/>
                </a:lnTo>
                <a:cubicBezTo>
                  <a:pt x="4985650" y="0"/>
                  <a:pt x="5036820" y="51170"/>
                  <a:pt x="5036820" y="114291"/>
                </a:cubicBezTo>
                <a:lnTo>
                  <a:pt x="5036820" y="3941454"/>
                </a:lnTo>
                <a:cubicBezTo>
                  <a:pt x="5036820" y="4004575"/>
                  <a:pt x="4985650" y="4055745"/>
                  <a:pt x="4922529" y="4055745"/>
                </a:cubicBezTo>
                <a:lnTo>
                  <a:pt x="114291" y="4055745"/>
                </a:lnTo>
                <a:cubicBezTo>
                  <a:pt x="51170" y="4055745"/>
                  <a:pt x="0" y="4004575"/>
                  <a:pt x="0" y="3941454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92303" y="154114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18" name="Text 15"/>
          <p:cNvSpPr/>
          <p:nvPr/>
        </p:nvSpPr>
        <p:spPr>
          <a:xfrm>
            <a:off x="7187565" y="1493520"/>
            <a:ext cx="4514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Notable Attacks (2024-2025)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87540" y="191262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0" name="Text 17"/>
          <p:cNvSpPr/>
          <p:nvPr/>
        </p:nvSpPr>
        <p:spPr>
          <a:xfrm>
            <a:off x="7158990" y="1988820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Healthcare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117461" y="198882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11117461" y="198882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$872M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158990" y="2255520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192.7M patient records exposed - largest healthcare breach in history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987540" y="263652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5" name="Text 22"/>
          <p:cNvSpPr/>
          <p:nvPr/>
        </p:nvSpPr>
        <p:spPr>
          <a:xfrm>
            <a:off x="7158990" y="2712720"/>
            <a:ext cx="1228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Marks &amp; Spencer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1117461" y="2712720"/>
            <a:ext cx="495300" cy="228600"/>
          </a:xfrm>
          <a:custGeom>
            <a:avLst/>
            <a:gdLst/>
            <a:ahLst/>
            <a:cxnLst/>
            <a:rect l="l" t="t" r="r" b="b"/>
            <a:pathLst>
              <a:path w="495300" h="228600">
                <a:moveTo>
                  <a:pt x="38101" y="0"/>
                </a:moveTo>
                <a:lnTo>
                  <a:pt x="457199" y="0"/>
                </a:lnTo>
                <a:cubicBezTo>
                  <a:pt x="478242" y="0"/>
                  <a:pt x="495300" y="17058"/>
                  <a:pt x="495300" y="38101"/>
                </a:cubicBezTo>
                <a:lnTo>
                  <a:pt x="495300" y="190499"/>
                </a:lnTo>
                <a:cubicBezTo>
                  <a:pt x="495300" y="211542"/>
                  <a:pt x="478242" y="228600"/>
                  <a:pt x="4571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11117461" y="2712720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$400M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158990" y="2979420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engineering attack crippled operations for weeks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987540" y="336042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30" name="Text 27"/>
          <p:cNvSpPr/>
          <p:nvPr/>
        </p:nvSpPr>
        <p:spPr>
          <a:xfrm>
            <a:off x="7158990" y="3436620"/>
            <a:ext cx="895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Asahi Group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186042" y="3436620"/>
            <a:ext cx="428625" cy="228600"/>
          </a:xfrm>
          <a:custGeom>
            <a:avLst/>
            <a:gdLst/>
            <a:ahLst/>
            <a:cxnLst/>
            <a:rect l="l" t="t" r="r" b="b"/>
            <a:pathLst>
              <a:path w="428625" h="228600">
                <a:moveTo>
                  <a:pt x="38101" y="0"/>
                </a:moveTo>
                <a:lnTo>
                  <a:pt x="390524" y="0"/>
                </a:lnTo>
                <a:cubicBezTo>
                  <a:pt x="411567" y="0"/>
                  <a:pt x="428625" y="17058"/>
                  <a:pt x="428625" y="38101"/>
                </a:cubicBezTo>
                <a:lnTo>
                  <a:pt x="428625" y="190499"/>
                </a:lnTo>
                <a:cubicBezTo>
                  <a:pt x="428625" y="211542"/>
                  <a:pt x="411567" y="228600"/>
                  <a:pt x="390524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11186042" y="3436620"/>
            <a:ext cx="485775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1.9M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158990" y="3703320"/>
            <a:ext cx="4524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Qilin ransomware - 1.914M records compromised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774180" y="5513071"/>
            <a:ext cx="5036820" cy="960120"/>
          </a:xfrm>
          <a:custGeom>
            <a:avLst/>
            <a:gdLst/>
            <a:ahLst/>
            <a:cxnLst/>
            <a:rect l="l" t="t" r="r" b="b"/>
            <a:pathLst>
              <a:path w="5036820" h="960120">
                <a:moveTo>
                  <a:pt x="114302" y="0"/>
                </a:moveTo>
                <a:lnTo>
                  <a:pt x="4922518" y="0"/>
                </a:lnTo>
                <a:cubicBezTo>
                  <a:pt x="4985603" y="0"/>
                  <a:pt x="5036820" y="51217"/>
                  <a:pt x="5036820" y="114302"/>
                </a:cubicBezTo>
                <a:lnTo>
                  <a:pt x="5036820" y="845818"/>
                </a:lnTo>
                <a:cubicBezTo>
                  <a:pt x="5036820" y="908903"/>
                  <a:pt x="4985603" y="960120"/>
                  <a:pt x="4922518" y="960120"/>
                </a:cubicBezTo>
                <a:lnTo>
                  <a:pt x="114302" y="960120"/>
                </a:lnTo>
                <a:cubicBezTo>
                  <a:pt x="51217" y="960120"/>
                  <a:pt x="0" y="908903"/>
                  <a:pt x="0" y="84581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944678" y="587883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6" name="Text 33"/>
          <p:cNvSpPr/>
          <p:nvPr/>
        </p:nvSpPr>
        <p:spPr>
          <a:xfrm>
            <a:off x="7247215" y="5669280"/>
            <a:ext cx="4476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7247215" y="5935980"/>
            <a:ext cx="44672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Phishing remains the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#1 initial attack vector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with BEC attacks causing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FF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$6.3B in losses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(2025 Verizon DBIR)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9842" y="349842"/>
            <a:ext cx="115622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spc="55" kern="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DETECTION INDICATORS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9842" y="629716"/>
            <a:ext cx="11649745" cy="349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7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Common Phishing Tactics &amp; Indicators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49842" y="1049527"/>
            <a:ext cx="11562284" cy="2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2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major categories that PhishGuard's AI detection system identifies in real-time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3341" y="1402867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776" y="1546303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9221" y="1668748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87461" y="0"/>
                </a:moveTo>
                <a:cubicBezTo>
                  <a:pt x="135731" y="0"/>
                  <a:pt x="174921" y="39190"/>
                  <a:pt x="174921" y="87461"/>
                </a:cubicBezTo>
                <a:cubicBezTo>
                  <a:pt x="174921" y="135731"/>
                  <a:pt x="135731" y="174921"/>
                  <a:pt x="87461" y="174921"/>
                </a:cubicBezTo>
                <a:cubicBezTo>
                  <a:pt x="39190" y="174921"/>
                  <a:pt x="0" y="135731"/>
                  <a:pt x="0" y="87461"/>
                </a:cubicBezTo>
                <a:cubicBezTo>
                  <a:pt x="0" y="39190"/>
                  <a:pt x="39190" y="0"/>
                  <a:pt x="87461" y="0"/>
                </a:cubicBezTo>
                <a:close/>
                <a:moveTo>
                  <a:pt x="79261" y="40997"/>
                </a:moveTo>
                <a:lnTo>
                  <a:pt x="79261" y="87461"/>
                </a:lnTo>
                <a:cubicBezTo>
                  <a:pt x="79261" y="90194"/>
                  <a:pt x="80628" y="92756"/>
                  <a:pt x="82917" y="94293"/>
                </a:cubicBezTo>
                <a:lnTo>
                  <a:pt x="115714" y="116159"/>
                </a:lnTo>
                <a:cubicBezTo>
                  <a:pt x="119472" y="118687"/>
                  <a:pt x="124563" y="117662"/>
                  <a:pt x="127091" y="113870"/>
                </a:cubicBezTo>
                <a:cubicBezTo>
                  <a:pt x="129619" y="110077"/>
                  <a:pt x="128594" y="105021"/>
                  <a:pt x="124802" y="102493"/>
                </a:cubicBezTo>
                <a:lnTo>
                  <a:pt x="95660" y="83088"/>
                </a:lnTo>
                <a:lnTo>
                  <a:pt x="95660" y="40997"/>
                </a:lnTo>
                <a:cubicBezTo>
                  <a:pt x="95660" y="36453"/>
                  <a:pt x="92004" y="32798"/>
                  <a:pt x="87461" y="32798"/>
                </a:cubicBezTo>
                <a:cubicBezTo>
                  <a:pt x="82917" y="32798"/>
                  <a:pt x="79261" y="36453"/>
                  <a:pt x="79261" y="40997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8" name="Text 6"/>
          <p:cNvSpPr/>
          <p:nvPr/>
        </p:nvSpPr>
        <p:spPr>
          <a:xfrm>
            <a:off x="496776" y="2071066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 Tactics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6776" y="2385924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Creates false time pressure to bypass critical thinking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9895" y="27072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11" name="Text 9"/>
          <p:cNvSpPr/>
          <p:nvPr/>
        </p:nvSpPr>
        <p:spPr>
          <a:xfrm>
            <a:off x="697935" y="2689849"/>
            <a:ext cx="1574290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"Your account will be suspended"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9895" y="289953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697935" y="2882154"/>
            <a:ext cx="1329400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"Immediate action required"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9895" y="309183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697935" y="3074458"/>
            <a:ext cx="1040780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"24 hours to respond"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6776" y="3322735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17" name="Text 15"/>
          <p:cNvSpPr/>
          <p:nvPr/>
        </p:nvSpPr>
        <p:spPr>
          <a:xfrm>
            <a:off x="496776" y="3494158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230029" y="1402867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73465" y="1546303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484977" y="1668748"/>
            <a:ext cx="196786" cy="174921"/>
          </a:xfrm>
          <a:custGeom>
            <a:avLst/>
            <a:gdLst/>
            <a:ahLst/>
            <a:cxnLst/>
            <a:rect l="l" t="t" r="r" b="b"/>
            <a:pathLst>
              <a:path w="196786" h="174921">
                <a:moveTo>
                  <a:pt x="143319" y="32798"/>
                </a:moveTo>
                <a:cubicBezTo>
                  <a:pt x="137648" y="32798"/>
                  <a:pt x="132147" y="34335"/>
                  <a:pt x="127330" y="37137"/>
                </a:cubicBezTo>
                <a:cubicBezTo>
                  <a:pt x="121932" y="31670"/>
                  <a:pt x="115646" y="27092"/>
                  <a:pt x="108711" y="23642"/>
                </a:cubicBezTo>
                <a:cubicBezTo>
                  <a:pt x="118345" y="15442"/>
                  <a:pt x="130610" y="10933"/>
                  <a:pt x="143319" y="10933"/>
                </a:cubicBezTo>
                <a:cubicBezTo>
                  <a:pt x="172837" y="10933"/>
                  <a:pt x="196786" y="34848"/>
                  <a:pt x="196786" y="64400"/>
                </a:cubicBezTo>
                <a:cubicBezTo>
                  <a:pt x="196786" y="78578"/>
                  <a:pt x="191149" y="92175"/>
                  <a:pt x="181139" y="102185"/>
                </a:cubicBezTo>
                <a:lnTo>
                  <a:pt x="156848" y="126476"/>
                </a:lnTo>
                <a:cubicBezTo>
                  <a:pt x="146838" y="136486"/>
                  <a:pt x="133241" y="142123"/>
                  <a:pt x="119063" y="142123"/>
                </a:cubicBezTo>
                <a:cubicBezTo>
                  <a:pt x="89545" y="142123"/>
                  <a:pt x="65595" y="118208"/>
                  <a:pt x="65595" y="88656"/>
                </a:cubicBezTo>
                <a:cubicBezTo>
                  <a:pt x="65595" y="88144"/>
                  <a:pt x="65595" y="87631"/>
                  <a:pt x="65630" y="87119"/>
                </a:cubicBezTo>
                <a:cubicBezTo>
                  <a:pt x="65800" y="81072"/>
                  <a:pt x="70823" y="76323"/>
                  <a:pt x="76870" y="76494"/>
                </a:cubicBezTo>
                <a:cubicBezTo>
                  <a:pt x="82917" y="76665"/>
                  <a:pt x="87666" y="81687"/>
                  <a:pt x="87495" y="87734"/>
                </a:cubicBezTo>
                <a:cubicBezTo>
                  <a:pt x="87495" y="88041"/>
                  <a:pt x="87495" y="88349"/>
                  <a:pt x="87495" y="88622"/>
                </a:cubicBezTo>
                <a:cubicBezTo>
                  <a:pt x="87495" y="106080"/>
                  <a:pt x="101639" y="120224"/>
                  <a:pt x="119097" y="120224"/>
                </a:cubicBezTo>
                <a:cubicBezTo>
                  <a:pt x="127467" y="120224"/>
                  <a:pt x="135496" y="116910"/>
                  <a:pt x="141440" y="110966"/>
                </a:cubicBezTo>
                <a:lnTo>
                  <a:pt x="165731" y="86675"/>
                </a:lnTo>
                <a:cubicBezTo>
                  <a:pt x="171641" y="80764"/>
                  <a:pt x="174989" y="72702"/>
                  <a:pt x="174989" y="64331"/>
                </a:cubicBezTo>
                <a:cubicBezTo>
                  <a:pt x="174989" y="46873"/>
                  <a:pt x="160845" y="32729"/>
                  <a:pt x="143387" y="32729"/>
                </a:cubicBezTo>
                <a:close/>
                <a:moveTo>
                  <a:pt x="94020" y="59207"/>
                </a:moveTo>
                <a:cubicBezTo>
                  <a:pt x="93371" y="58933"/>
                  <a:pt x="92722" y="58558"/>
                  <a:pt x="92141" y="58148"/>
                </a:cubicBezTo>
                <a:cubicBezTo>
                  <a:pt x="87836" y="55927"/>
                  <a:pt x="82917" y="54663"/>
                  <a:pt x="77758" y="54663"/>
                </a:cubicBezTo>
                <a:cubicBezTo>
                  <a:pt x="69388" y="54663"/>
                  <a:pt x="61359" y="57977"/>
                  <a:pt x="55414" y="63921"/>
                </a:cubicBezTo>
                <a:lnTo>
                  <a:pt x="31124" y="88212"/>
                </a:lnTo>
                <a:cubicBezTo>
                  <a:pt x="25213" y="94123"/>
                  <a:pt x="21865" y="102185"/>
                  <a:pt x="21865" y="110556"/>
                </a:cubicBezTo>
                <a:cubicBezTo>
                  <a:pt x="21865" y="128014"/>
                  <a:pt x="36009" y="142158"/>
                  <a:pt x="53467" y="142158"/>
                </a:cubicBezTo>
                <a:cubicBezTo>
                  <a:pt x="59104" y="142158"/>
                  <a:pt x="64605" y="140654"/>
                  <a:pt x="69422" y="137853"/>
                </a:cubicBezTo>
                <a:cubicBezTo>
                  <a:pt x="74820" y="143319"/>
                  <a:pt x="81106" y="147897"/>
                  <a:pt x="88076" y="151348"/>
                </a:cubicBezTo>
                <a:cubicBezTo>
                  <a:pt x="78441" y="159513"/>
                  <a:pt x="66210" y="164057"/>
                  <a:pt x="53467" y="164057"/>
                </a:cubicBezTo>
                <a:cubicBezTo>
                  <a:pt x="23949" y="164057"/>
                  <a:pt x="0" y="140142"/>
                  <a:pt x="0" y="110590"/>
                </a:cubicBezTo>
                <a:cubicBezTo>
                  <a:pt x="0" y="96412"/>
                  <a:pt x="5637" y="82814"/>
                  <a:pt x="15647" y="72804"/>
                </a:cubicBezTo>
                <a:lnTo>
                  <a:pt x="39938" y="48513"/>
                </a:lnTo>
                <a:cubicBezTo>
                  <a:pt x="49948" y="38503"/>
                  <a:pt x="63546" y="32866"/>
                  <a:pt x="77724" y="32866"/>
                </a:cubicBezTo>
                <a:cubicBezTo>
                  <a:pt x="107310" y="32866"/>
                  <a:pt x="131191" y="56986"/>
                  <a:pt x="131191" y="86470"/>
                </a:cubicBezTo>
                <a:cubicBezTo>
                  <a:pt x="131191" y="86914"/>
                  <a:pt x="131191" y="87358"/>
                  <a:pt x="131191" y="87802"/>
                </a:cubicBezTo>
                <a:cubicBezTo>
                  <a:pt x="131054" y="93849"/>
                  <a:pt x="126032" y="98598"/>
                  <a:pt x="119985" y="98461"/>
                </a:cubicBezTo>
                <a:cubicBezTo>
                  <a:pt x="113938" y="98325"/>
                  <a:pt x="109189" y="93303"/>
                  <a:pt x="109326" y="87256"/>
                </a:cubicBezTo>
                <a:cubicBezTo>
                  <a:pt x="109326" y="86982"/>
                  <a:pt x="109326" y="86743"/>
                  <a:pt x="109326" y="86470"/>
                </a:cubicBezTo>
                <a:cubicBezTo>
                  <a:pt x="109326" y="74956"/>
                  <a:pt x="103176" y="64844"/>
                  <a:pt x="94020" y="59275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1" name="Text 19"/>
          <p:cNvSpPr/>
          <p:nvPr/>
        </p:nvSpPr>
        <p:spPr>
          <a:xfrm>
            <a:off x="4373465" y="2071066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Links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373465" y="2385924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URLs designed to mimic legitimate domains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386584" y="27072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4624" y="2689849"/>
            <a:ext cx="162676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Misspelled domains (paypa1.com)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86584" y="289953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4624" y="2882154"/>
            <a:ext cx="1145733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instead of HTTPS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86584" y="309183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4624" y="3074458"/>
            <a:ext cx="1014542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Unusual subdomains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73465" y="3322735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30" name="Text 28"/>
          <p:cNvSpPr/>
          <p:nvPr/>
        </p:nvSpPr>
        <p:spPr>
          <a:xfrm>
            <a:off x="4373465" y="3494158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06827" y="1402867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50263" y="1546303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383640" y="1668748"/>
            <a:ext cx="153056" cy="174921"/>
          </a:xfrm>
          <a:custGeom>
            <a:avLst/>
            <a:gdLst/>
            <a:ahLst/>
            <a:cxnLst/>
            <a:rect l="l" t="t" r="r" b="b"/>
            <a:pathLst>
              <a:path w="153056" h="174921">
                <a:moveTo>
                  <a:pt x="76528" y="84727"/>
                </a:moveTo>
                <a:cubicBezTo>
                  <a:pt x="99155" y="84727"/>
                  <a:pt x="117525" y="66357"/>
                  <a:pt x="117525" y="43730"/>
                </a:cubicBezTo>
                <a:cubicBezTo>
                  <a:pt x="117525" y="21103"/>
                  <a:pt x="99155" y="2733"/>
                  <a:pt x="76528" y="2733"/>
                </a:cubicBezTo>
                <a:cubicBezTo>
                  <a:pt x="53901" y="2733"/>
                  <a:pt x="35531" y="21103"/>
                  <a:pt x="35531" y="43730"/>
                </a:cubicBezTo>
                <a:cubicBezTo>
                  <a:pt x="35531" y="66357"/>
                  <a:pt x="53901" y="84727"/>
                  <a:pt x="76528" y="84727"/>
                </a:cubicBezTo>
                <a:close/>
                <a:moveTo>
                  <a:pt x="66381" y="103859"/>
                </a:moveTo>
                <a:cubicBezTo>
                  <a:pt x="32729" y="103859"/>
                  <a:pt x="5466" y="131122"/>
                  <a:pt x="5466" y="164774"/>
                </a:cubicBezTo>
                <a:cubicBezTo>
                  <a:pt x="5466" y="170377"/>
                  <a:pt x="10010" y="174921"/>
                  <a:pt x="15613" y="174921"/>
                </a:cubicBezTo>
                <a:lnTo>
                  <a:pt x="137443" y="174921"/>
                </a:lnTo>
                <a:cubicBezTo>
                  <a:pt x="143046" y="174921"/>
                  <a:pt x="147590" y="170377"/>
                  <a:pt x="147590" y="164774"/>
                </a:cubicBezTo>
                <a:cubicBezTo>
                  <a:pt x="147590" y="131122"/>
                  <a:pt x="120327" y="103859"/>
                  <a:pt x="86675" y="103859"/>
                </a:cubicBezTo>
                <a:lnTo>
                  <a:pt x="66381" y="103859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34" name="Text 32"/>
          <p:cNvSpPr/>
          <p:nvPr/>
        </p:nvSpPr>
        <p:spPr>
          <a:xfrm>
            <a:off x="8250263" y="2071066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Greetings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50263" y="2385924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Impersonal salutations indicate mass targeting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63382" y="27072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37" name="Text 35"/>
          <p:cNvSpPr/>
          <p:nvPr/>
        </p:nvSpPr>
        <p:spPr>
          <a:xfrm>
            <a:off x="8451422" y="2689849"/>
            <a:ext cx="822129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"Dear Customer"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63382" y="289953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39" name="Text 37"/>
          <p:cNvSpPr/>
          <p:nvPr/>
        </p:nvSpPr>
        <p:spPr>
          <a:xfrm>
            <a:off x="8451422" y="2882154"/>
            <a:ext cx="577240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"Dear User"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63382" y="309183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41" name="Text 39"/>
          <p:cNvSpPr/>
          <p:nvPr/>
        </p:nvSpPr>
        <p:spPr>
          <a:xfrm>
            <a:off x="8451422" y="3074458"/>
            <a:ext cx="108451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"Dear Account Holder"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50263" y="3322735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43" name="Text 41"/>
          <p:cNvSpPr/>
          <p:nvPr/>
        </p:nvSpPr>
        <p:spPr>
          <a:xfrm>
            <a:off x="8250263" y="3494158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353341" y="3931461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6776" y="407489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41086" y="4197342"/>
            <a:ext cx="131191" cy="174921"/>
          </a:xfrm>
          <a:custGeom>
            <a:avLst/>
            <a:gdLst/>
            <a:ahLst/>
            <a:cxnLst/>
            <a:rect l="l" t="t" r="r" b="b"/>
            <a:pathLst>
              <a:path w="131191" h="174921">
                <a:moveTo>
                  <a:pt x="43730" y="32798"/>
                </a:moveTo>
                <a:lnTo>
                  <a:pt x="43730" y="54663"/>
                </a:lnTo>
                <a:lnTo>
                  <a:pt x="87461" y="54663"/>
                </a:lnTo>
                <a:lnTo>
                  <a:pt x="87461" y="32798"/>
                </a:lnTo>
                <a:cubicBezTo>
                  <a:pt x="87461" y="20738"/>
                  <a:pt x="77655" y="10933"/>
                  <a:pt x="65595" y="10933"/>
                </a:cubicBezTo>
                <a:cubicBezTo>
                  <a:pt x="53535" y="10933"/>
                  <a:pt x="43730" y="20738"/>
                  <a:pt x="43730" y="32798"/>
                </a:cubicBezTo>
                <a:close/>
                <a:moveTo>
                  <a:pt x="21865" y="54663"/>
                </a:moveTo>
                <a:lnTo>
                  <a:pt x="21865" y="32798"/>
                </a:lnTo>
                <a:cubicBezTo>
                  <a:pt x="21865" y="8644"/>
                  <a:pt x="41441" y="-10933"/>
                  <a:pt x="65595" y="-10933"/>
                </a:cubicBezTo>
                <a:cubicBezTo>
                  <a:pt x="89750" y="-10933"/>
                  <a:pt x="109326" y="8644"/>
                  <a:pt x="109326" y="32798"/>
                </a:cubicBezTo>
                <a:lnTo>
                  <a:pt x="109326" y="54663"/>
                </a:lnTo>
                <a:cubicBezTo>
                  <a:pt x="121386" y="54663"/>
                  <a:pt x="131191" y="64468"/>
                  <a:pt x="131191" y="76528"/>
                </a:cubicBezTo>
                <a:lnTo>
                  <a:pt x="131191" y="153056"/>
                </a:lnTo>
                <a:cubicBezTo>
                  <a:pt x="131191" y="165116"/>
                  <a:pt x="121386" y="174921"/>
                  <a:pt x="109326" y="174921"/>
                </a:cubicBezTo>
                <a:lnTo>
                  <a:pt x="21865" y="174921"/>
                </a:lnTo>
                <a:cubicBezTo>
                  <a:pt x="9805" y="174921"/>
                  <a:pt x="0" y="165116"/>
                  <a:pt x="0" y="153056"/>
                </a:cubicBezTo>
                <a:lnTo>
                  <a:pt x="0" y="76528"/>
                </a:lnTo>
                <a:cubicBezTo>
                  <a:pt x="0" y="64468"/>
                  <a:pt x="9805" y="54663"/>
                  <a:pt x="21865" y="5466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47" name="Text 45"/>
          <p:cNvSpPr/>
          <p:nvPr/>
        </p:nvSpPr>
        <p:spPr>
          <a:xfrm>
            <a:off x="496776" y="4599660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Credential Requests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496776" y="4914518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Direct requests for sensitive personal data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9895" y="523582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50" name="Text 48"/>
          <p:cNvSpPr/>
          <p:nvPr/>
        </p:nvSpPr>
        <p:spPr>
          <a:xfrm>
            <a:off x="697935" y="5218444"/>
            <a:ext cx="1241940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Password or PIN requests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09895" y="542812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52" name="Text 50"/>
          <p:cNvSpPr/>
          <p:nvPr/>
        </p:nvSpPr>
        <p:spPr>
          <a:xfrm>
            <a:off x="697935" y="5410748"/>
            <a:ext cx="1005796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 account details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9895" y="56204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54" name="Text 52"/>
          <p:cNvSpPr/>
          <p:nvPr/>
        </p:nvSpPr>
        <p:spPr>
          <a:xfrm>
            <a:off x="697935" y="5603050"/>
            <a:ext cx="11719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Security numbers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96776" y="5851329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56" name="Text 54"/>
          <p:cNvSpPr/>
          <p:nvPr/>
        </p:nvSpPr>
        <p:spPr>
          <a:xfrm>
            <a:off x="496776" y="6022752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230029" y="3931461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373465" y="407489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495909" y="4197342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76733" y="4373"/>
                </a:moveTo>
                <a:cubicBezTo>
                  <a:pt x="95933" y="-14827"/>
                  <a:pt x="127091" y="-14827"/>
                  <a:pt x="146291" y="4373"/>
                </a:cubicBezTo>
                <a:cubicBezTo>
                  <a:pt x="165492" y="23573"/>
                  <a:pt x="165492" y="54731"/>
                  <a:pt x="146291" y="73931"/>
                </a:cubicBezTo>
                <a:lnTo>
                  <a:pt x="90262" y="129961"/>
                </a:lnTo>
                <a:cubicBezTo>
                  <a:pt x="78510" y="141713"/>
                  <a:pt x="59480" y="141713"/>
                  <a:pt x="47727" y="129961"/>
                </a:cubicBezTo>
                <a:cubicBezTo>
                  <a:pt x="35975" y="118208"/>
                  <a:pt x="35975" y="99179"/>
                  <a:pt x="47727" y="87426"/>
                </a:cubicBezTo>
                <a:lnTo>
                  <a:pt x="99931" y="35292"/>
                </a:lnTo>
                <a:cubicBezTo>
                  <a:pt x="104201" y="31021"/>
                  <a:pt x="111136" y="31021"/>
                  <a:pt x="115407" y="35292"/>
                </a:cubicBezTo>
                <a:cubicBezTo>
                  <a:pt x="119677" y="39562"/>
                  <a:pt x="119677" y="46498"/>
                  <a:pt x="115407" y="50768"/>
                </a:cubicBezTo>
                <a:lnTo>
                  <a:pt x="63204" y="102937"/>
                </a:lnTo>
                <a:cubicBezTo>
                  <a:pt x="59992" y="106148"/>
                  <a:pt x="59992" y="111341"/>
                  <a:pt x="63204" y="114519"/>
                </a:cubicBezTo>
                <a:cubicBezTo>
                  <a:pt x="66415" y="117696"/>
                  <a:pt x="71608" y="117730"/>
                  <a:pt x="74786" y="114519"/>
                </a:cubicBezTo>
                <a:lnTo>
                  <a:pt x="130815" y="58489"/>
                </a:lnTo>
                <a:cubicBezTo>
                  <a:pt x="141474" y="47830"/>
                  <a:pt x="141474" y="30509"/>
                  <a:pt x="130815" y="19849"/>
                </a:cubicBezTo>
                <a:cubicBezTo>
                  <a:pt x="120156" y="9190"/>
                  <a:pt x="102834" y="9190"/>
                  <a:pt x="92175" y="19849"/>
                </a:cubicBezTo>
                <a:lnTo>
                  <a:pt x="36146" y="75879"/>
                </a:lnTo>
                <a:cubicBezTo>
                  <a:pt x="18005" y="94020"/>
                  <a:pt x="18005" y="123436"/>
                  <a:pt x="36146" y="141577"/>
                </a:cubicBezTo>
                <a:cubicBezTo>
                  <a:pt x="54287" y="159718"/>
                  <a:pt x="83702" y="159718"/>
                  <a:pt x="101844" y="141577"/>
                </a:cubicBezTo>
                <a:lnTo>
                  <a:pt x="146326" y="97129"/>
                </a:lnTo>
                <a:cubicBezTo>
                  <a:pt x="150596" y="92859"/>
                  <a:pt x="157531" y="92859"/>
                  <a:pt x="161802" y="97129"/>
                </a:cubicBezTo>
                <a:cubicBezTo>
                  <a:pt x="166073" y="101400"/>
                  <a:pt x="166073" y="108335"/>
                  <a:pt x="161802" y="112605"/>
                </a:cubicBezTo>
                <a:lnTo>
                  <a:pt x="117320" y="157019"/>
                </a:lnTo>
                <a:cubicBezTo>
                  <a:pt x="90638" y="183701"/>
                  <a:pt x="47386" y="183701"/>
                  <a:pt x="20704" y="157019"/>
                </a:cubicBezTo>
                <a:cubicBezTo>
                  <a:pt x="-5979" y="130337"/>
                  <a:pt x="-5979" y="87085"/>
                  <a:pt x="20704" y="60402"/>
                </a:cubicBezTo>
                <a:lnTo>
                  <a:pt x="76733" y="4373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60" name="Text 58"/>
          <p:cNvSpPr/>
          <p:nvPr/>
        </p:nvSpPr>
        <p:spPr>
          <a:xfrm>
            <a:off x="4373465" y="4599660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Unexpected Attachments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4373465" y="4914518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Malicious files disguised as documents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4386584" y="523582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63" name="Text 61"/>
          <p:cNvSpPr/>
          <p:nvPr/>
        </p:nvSpPr>
        <p:spPr>
          <a:xfrm>
            <a:off x="4574624" y="5218444"/>
            <a:ext cx="75216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.exe or .zip files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4386584" y="542812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65" name="Text 63"/>
          <p:cNvSpPr/>
          <p:nvPr/>
        </p:nvSpPr>
        <p:spPr>
          <a:xfrm>
            <a:off x="4574624" y="5410748"/>
            <a:ext cx="117197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Office docs with macros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4386584" y="56204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67" name="Text 65"/>
          <p:cNvSpPr/>
          <p:nvPr/>
        </p:nvSpPr>
        <p:spPr>
          <a:xfrm>
            <a:off x="4574624" y="5603050"/>
            <a:ext cx="1119495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Unsolicited documents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4373465" y="5851329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69" name="Text 67"/>
          <p:cNvSpPr/>
          <p:nvPr/>
        </p:nvSpPr>
        <p:spPr>
          <a:xfrm>
            <a:off x="4373465" y="6022752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106827" y="3931461"/>
            <a:ext cx="3732816" cy="2385924"/>
          </a:xfrm>
          <a:custGeom>
            <a:avLst/>
            <a:gdLst/>
            <a:ahLst/>
            <a:cxnLst/>
            <a:rect l="l" t="t" r="r" b="b"/>
            <a:pathLst>
              <a:path w="3732816" h="2385924">
                <a:moveTo>
                  <a:pt x="104957" y="0"/>
                </a:moveTo>
                <a:lnTo>
                  <a:pt x="3627859" y="0"/>
                </a:lnTo>
                <a:cubicBezTo>
                  <a:pt x="3685825" y="0"/>
                  <a:pt x="3732816" y="46991"/>
                  <a:pt x="3732816" y="104957"/>
                </a:cubicBezTo>
                <a:lnTo>
                  <a:pt x="3732816" y="2280967"/>
                </a:lnTo>
                <a:cubicBezTo>
                  <a:pt x="3732816" y="2338933"/>
                  <a:pt x="3685825" y="2385924"/>
                  <a:pt x="3627859" y="2385924"/>
                </a:cubicBezTo>
                <a:lnTo>
                  <a:pt x="104957" y="2385924"/>
                </a:lnTo>
                <a:cubicBezTo>
                  <a:pt x="46991" y="2385924"/>
                  <a:pt x="0" y="2338933"/>
                  <a:pt x="0" y="2280967"/>
                </a:cubicBezTo>
                <a:lnTo>
                  <a:pt x="0" y="104957"/>
                </a:lnTo>
                <a:cubicBezTo>
                  <a:pt x="0" y="47030"/>
                  <a:pt x="47030" y="0"/>
                  <a:pt x="1049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250263" y="4074897"/>
            <a:ext cx="419811" cy="419811"/>
          </a:xfrm>
          <a:custGeom>
            <a:avLst/>
            <a:gdLst/>
            <a:ahLst/>
            <a:cxnLst/>
            <a:rect l="l" t="t" r="r" b="b"/>
            <a:pathLst>
              <a:path w="419811" h="419811">
                <a:moveTo>
                  <a:pt x="104953" y="0"/>
                </a:moveTo>
                <a:lnTo>
                  <a:pt x="314858" y="0"/>
                </a:lnTo>
                <a:cubicBezTo>
                  <a:pt x="372822" y="0"/>
                  <a:pt x="419811" y="46989"/>
                  <a:pt x="419811" y="104953"/>
                </a:cubicBezTo>
                <a:lnTo>
                  <a:pt x="419811" y="314858"/>
                </a:lnTo>
                <a:cubicBezTo>
                  <a:pt x="419811" y="372822"/>
                  <a:pt x="372822" y="419811"/>
                  <a:pt x="314858" y="419811"/>
                </a:cubicBezTo>
                <a:lnTo>
                  <a:pt x="104953" y="419811"/>
                </a:lnTo>
                <a:cubicBezTo>
                  <a:pt x="46989" y="419811"/>
                  <a:pt x="0" y="372822"/>
                  <a:pt x="0" y="314858"/>
                </a:cubicBezTo>
                <a:lnTo>
                  <a:pt x="0" y="104953"/>
                </a:lnTo>
                <a:cubicBezTo>
                  <a:pt x="0" y="47028"/>
                  <a:pt x="47028" y="0"/>
                  <a:pt x="104953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372707" y="4197342"/>
            <a:ext cx="174921" cy="174921"/>
          </a:xfrm>
          <a:custGeom>
            <a:avLst/>
            <a:gdLst/>
            <a:ahLst/>
            <a:cxnLst/>
            <a:rect l="l" t="t" r="r" b="b"/>
            <a:pathLst>
              <a:path w="174921" h="174921">
                <a:moveTo>
                  <a:pt x="109838" y="23505"/>
                </a:moveTo>
                <a:cubicBezTo>
                  <a:pt x="112435" y="19098"/>
                  <a:pt x="117149" y="16399"/>
                  <a:pt x="122240" y="16399"/>
                </a:cubicBezTo>
                <a:lnTo>
                  <a:pt x="122991" y="16399"/>
                </a:lnTo>
                <a:cubicBezTo>
                  <a:pt x="130542" y="16399"/>
                  <a:pt x="136657" y="22514"/>
                  <a:pt x="136657" y="30065"/>
                </a:cubicBezTo>
                <a:cubicBezTo>
                  <a:pt x="136657" y="37615"/>
                  <a:pt x="130542" y="43730"/>
                  <a:pt x="122991" y="43730"/>
                </a:cubicBezTo>
                <a:lnTo>
                  <a:pt x="97949" y="43730"/>
                </a:lnTo>
                <a:lnTo>
                  <a:pt x="109838" y="23505"/>
                </a:lnTo>
                <a:close/>
                <a:moveTo>
                  <a:pt x="65083" y="23505"/>
                </a:moveTo>
                <a:lnTo>
                  <a:pt x="76972" y="43730"/>
                </a:lnTo>
                <a:lnTo>
                  <a:pt x="51930" y="43730"/>
                </a:lnTo>
                <a:cubicBezTo>
                  <a:pt x="44379" y="43730"/>
                  <a:pt x="38264" y="37615"/>
                  <a:pt x="38264" y="30065"/>
                </a:cubicBezTo>
                <a:cubicBezTo>
                  <a:pt x="38264" y="22514"/>
                  <a:pt x="44379" y="16399"/>
                  <a:pt x="51930" y="16399"/>
                </a:cubicBezTo>
                <a:lnTo>
                  <a:pt x="52681" y="16399"/>
                </a:lnTo>
                <a:cubicBezTo>
                  <a:pt x="57772" y="16399"/>
                  <a:pt x="62521" y="19098"/>
                  <a:pt x="65083" y="23505"/>
                </a:cubicBezTo>
                <a:close/>
                <a:moveTo>
                  <a:pt x="95694" y="15203"/>
                </a:moveTo>
                <a:lnTo>
                  <a:pt x="87461" y="29210"/>
                </a:lnTo>
                <a:lnTo>
                  <a:pt x="79227" y="15203"/>
                </a:lnTo>
                <a:cubicBezTo>
                  <a:pt x="73692" y="5774"/>
                  <a:pt x="63580" y="0"/>
                  <a:pt x="52681" y="0"/>
                </a:cubicBezTo>
                <a:lnTo>
                  <a:pt x="51930" y="0"/>
                </a:lnTo>
                <a:cubicBezTo>
                  <a:pt x="35326" y="0"/>
                  <a:pt x="21865" y="13461"/>
                  <a:pt x="21865" y="30065"/>
                </a:cubicBezTo>
                <a:cubicBezTo>
                  <a:pt x="21865" y="34984"/>
                  <a:pt x="23061" y="39631"/>
                  <a:pt x="25145" y="43730"/>
                </a:cubicBezTo>
                <a:lnTo>
                  <a:pt x="10933" y="43730"/>
                </a:lnTo>
                <a:cubicBezTo>
                  <a:pt x="4885" y="43730"/>
                  <a:pt x="0" y="48616"/>
                  <a:pt x="0" y="54663"/>
                </a:cubicBezTo>
                <a:lnTo>
                  <a:pt x="0" y="65595"/>
                </a:lnTo>
                <a:cubicBezTo>
                  <a:pt x="0" y="71642"/>
                  <a:pt x="4885" y="76528"/>
                  <a:pt x="10933" y="76528"/>
                </a:cubicBezTo>
                <a:lnTo>
                  <a:pt x="163989" y="76528"/>
                </a:lnTo>
                <a:cubicBezTo>
                  <a:pt x="170036" y="76528"/>
                  <a:pt x="174921" y="71642"/>
                  <a:pt x="174921" y="65595"/>
                </a:cubicBezTo>
                <a:lnTo>
                  <a:pt x="174921" y="54663"/>
                </a:lnTo>
                <a:cubicBezTo>
                  <a:pt x="174921" y="48616"/>
                  <a:pt x="170036" y="43730"/>
                  <a:pt x="163989" y="43730"/>
                </a:cubicBezTo>
                <a:lnTo>
                  <a:pt x="149776" y="43730"/>
                </a:lnTo>
                <a:cubicBezTo>
                  <a:pt x="151860" y="39631"/>
                  <a:pt x="153056" y="34984"/>
                  <a:pt x="153056" y="30065"/>
                </a:cubicBezTo>
                <a:cubicBezTo>
                  <a:pt x="153056" y="13461"/>
                  <a:pt x="139595" y="0"/>
                  <a:pt x="122991" y="0"/>
                </a:cubicBezTo>
                <a:lnTo>
                  <a:pt x="122240" y="0"/>
                </a:lnTo>
                <a:cubicBezTo>
                  <a:pt x="111341" y="0"/>
                  <a:pt x="101229" y="5774"/>
                  <a:pt x="95694" y="15169"/>
                </a:cubicBezTo>
                <a:close/>
                <a:moveTo>
                  <a:pt x="163989" y="92927"/>
                </a:moveTo>
                <a:lnTo>
                  <a:pt x="95660" y="92927"/>
                </a:lnTo>
                <a:lnTo>
                  <a:pt x="95660" y="163989"/>
                </a:lnTo>
                <a:lnTo>
                  <a:pt x="142123" y="163989"/>
                </a:lnTo>
                <a:cubicBezTo>
                  <a:pt x="154183" y="163989"/>
                  <a:pt x="163989" y="154183"/>
                  <a:pt x="163989" y="142123"/>
                </a:cubicBezTo>
                <a:lnTo>
                  <a:pt x="163989" y="92927"/>
                </a:lnTo>
                <a:close/>
                <a:moveTo>
                  <a:pt x="79261" y="92927"/>
                </a:moveTo>
                <a:lnTo>
                  <a:pt x="10933" y="92927"/>
                </a:lnTo>
                <a:lnTo>
                  <a:pt x="10933" y="142123"/>
                </a:lnTo>
                <a:cubicBezTo>
                  <a:pt x="10933" y="154183"/>
                  <a:pt x="20738" y="163989"/>
                  <a:pt x="32798" y="163989"/>
                </a:cubicBezTo>
                <a:lnTo>
                  <a:pt x="79261" y="163989"/>
                </a:lnTo>
                <a:lnTo>
                  <a:pt x="79261" y="92927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73" name="Text 71"/>
          <p:cNvSpPr/>
          <p:nvPr/>
        </p:nvSpPr>
        <p:spPr>
          <a:xfrm>
            <a:off x="8250263" y="4599660"/>
            <a:ext cx="3524660" cy="244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Too Good To Be True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250263" y="4914518"/>
            <a:ext cx="3507168" cy="201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964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Enticing offers designed to trigger greed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8263382" y="5235827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76" name="Text 74"/>
          <p:cNvSpPr/>
          <p:nvPr/>
        </p:nvSpPr>
        <p:spPr>
          <a:xfrm>
            <a:off x="8451422" y="5218444"/>
            <a:ext cx="1259432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"You've won $1,000,000!"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263382" y="5428129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78" name="Text 76"/>
          <p:cNvSpPr/>
          <p:nvPr/>
        </p:nvSpPr>
        <p:spPr>
          <a:xfrm>
            <a:off x="8451422" y="5410748"/>
            <a:ext cx="1128241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"Free iPhone giveaway"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8263382" y="5620433"/>
            <a:ext cx="104953" cy="104953"/>
          </a:xfrm>
          <a:custGeom>
            <a:avLst/>
            <a:gdLst/>
            <a:ahLst/>
            <a:cxnLst/>
            <a:rect l="l" t="t" r="r" b="b"/>
            <a:pathLst>
              <a:path w="104953" h="104953">
                <a:moveTo>
                  <a:pt x="52476" y="104953"/>
                </a:moveTo>
                <a:cubicBezTo>
                  <a:pt x="81439" y="104953"/>
                  <a:pt x="104953" y="81439"/>
                  <a:pt x="104953" y="52476"/>
                </a:cubicBezTo>
                <a:cubicBezTo>
                  <a:pt x="104953" y="23514"/>
                  <a:pt x="81439" y="0"/>
                  <a:pt x="52476" y="0"/>
                </a:cubicBezTo>
                <a:cubicBezTo>
                  <a:pt x="23514" y="0"/>
                  <a:pt x="0" y="23514"/>
                  <a:pt x="0" y="52476"/>
                </a:cubicBezTo>
                <a:cubicBezTo>
                  <a:pt x="0" y="81439"/>
                  <a:pt x="23514" y="104953"/>
                  <a:pt x="52476" y="104953"/>
                </a:cubicBezTo>
                <a:close/>
                <a:moveTo>
                  <a:pt x="34233" y="34233"/>
                </a:moveTo>
                <a:cubicBezTo>
                  <a:pt x="36159" y="32306"/>
                  <a:pt x="39275" y="32306"/>
                  <a:pt x="41182" y="34233"/>
                </a:cubicBezTo>
                <a:lnTo>
                  <a:pt x="52456" y="45507"/>
                </a:lnTo>
                <a:lnTo>
                  <a:pt x="63730" y="34233"/>
                </a:lnTo>
                <a:cubicBezTo>
                  <a:pt x="65657" y="32306"/>
                  <a:pt x="68773" y="32306"/>
                  <a:pt x="70679" y="34233"/>
                </a:cubicBezTo>
                <a:cubicBezTo>
                  <a:pt x="72585" y="36159"/>
                  <a:pt x="72606" y="39275"/>
                  <a:pt x="70679" y="41182"/>
                </a:cubicBezTo>
                <a:lnTo>
                  <a:pt x="59405" y="52456"/>
                </a:lnTo>
                <a:lnTo>
                  <a:pt x="70679" y="63730"/>
                </a:lnTo>
                <a:cubicBezTo>
                  <a:pt x="72606" y="65657"/>
                  <a:pt x="72606" y="68773"/>
                  <a:pt x="70679" y="70679"/>
                </a:cubicBezTo>
                <a:cubicBezTo>
                  <a:pt x="68752" y="72585"/>
                  <a:pt x="65636" y="72606"/>
                  <a:pt x="63730" y="70679"/>
                </a:cubicBezTo>
                <a:lnTo>
                  <a:pt x="52456" y="59405"/>
                </a:lnTo>
                <a:lnTo>
                  <a:pt x="41182" y="70679"/>
                </a:lnTo>
                <a:cubicBezTo>
                  <a:pt x="39255" y="72606"/>
                  <a:pt x="36139" y="72606"/>
                  <a:pt x="34233" y="70679"/>
                </a:cubicBezTo>
                <a:cubicBezTo>
                  <a:pt x="32326" y="68752"/>
                  <a:pt x="32306" y="65636"/>
                  <a:pt x="34233" y="63730"/>
                </a:cubicBezTo>
                <a:lnTo>
                  <a:pt x="45507" y="52456"/>
                </a:lnTo>
                <a:lnTo>
                  <a:pt x="34233" y="41182"/>
                </a:lnTo>
                <a:cubicBezTo>
                  <a:pt x="32306" y="39255"/>
                  <a:pt x="32306" y="36139"/>
                  <a:pt x="34233" y="34233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80" name="Text 78"/>
          <p:cNvSpPr/>
          <p:nvPr/>
        </p:nvSpPr>
        <p:spPr>
          <a:xfrm>
            <a:off x="8451422" y="5603050"/>
            <a:ext cx="1154479" cy="139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Unexpected inheritance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8250263" y="5851329"/>
            <a:ext cx="3445945" cy="6997"/>
          </a:xfrm>
          <a:custGeom>
            <a:avLst/>
            <a:gdLst/>
            <a:ahLst/>
            <a:cxnLst/>
            <a:rect l="l" t="t" r="r" b="b"/>
            <a:pathLst>
              <a:path w="3445945" h="6997">
                <a:moveTo>
                  <a:pt x="0" y="0"/>
                </a:moveTo>
                <a:lnTo>
                  <a:pt x="3445945" y="0"/>
                </a:lnTo>
                <a:lnTo>
                  <a:pt x="3445945" y="6997"/>
                </a:lnTo>
                <a:lnTo>
                  <a:pt x="0" y="6997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82" name="Text 80"/>
          <p:cNvSpPr/>
          <p:nvPr/>
        </p:nvSpPr>
        <p:spPr>
          <a:xfrm>
            <a:off x="8250263" y="6022752"/>
            <a:ext cx="1438179" cy="1189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2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 WEIGHT: 15 points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353341" y="6460055"/>
            <a:ext cx="11481820" cy="391823"/>
          </a:xfrm>
          <a:custGeom>
            <a:avLst/>
            <a:gdLst/>
            <a:ahLst/>
            <a:cxnLst/>
            <a:rect l="l" t="t" r="r" b="b"/>
            <a:pathLst>
              <a:path w="11481820" h="391823">
                <a:moveTo>
                  <a:pt x="104954" y="0"/>
                </a:moveTo>
                <a:lnTo>
                  <a:pt x="11376867" y="0"/>
                </a:lnTo>
                <a:cubicBezTo>
                  <a:pt x="11434831" y="0"/>
                  <a:pt x="11481820" y="46989"/>
                  <a:pt x="11481820" y="104954"/>
                </a:cubicBezTo>
                <a:lnTo>
                  <a:pt x="11481820" y="286869"/>
                </a:lnTo>
                <a:cubicBezTo>
                  <a:pt x="11481820" y="344834"/>
                  <a:pt x="11434831" y="391823"/>
                  <a:pt x="11376867" y="391823"/>
                </a:cubicBezTo>
                <a:lnTo>
                  <a:pt x="104954" y="391823"/>
                </a:lnTo>
                <a:cubicBezTo>
                  <a:pt x="46989" y="391823"/>
                  <a:pt x="0" y="344834"/>
                  <a:pt x="0" y="286869"/>
                </a:cubicBezTo>
                <a:lnTo>
                  <a:pt x="0" y="104954"/>
                </a:lnTo>
                <a:cubicBezTo>
                  <a:pt x="0" y="47028"/>
                  <a:pt x="47028" y="0"/>
                  <a:pt x="104954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79284" y="6596494"/>
            <a:ext cx="122445" cy="122445"/>
          </a:xfrm>
          <a:custGeom>
            <a:avLst/>
            <a:gdLst/>
            <a:ahLst/>
            <a:cxnLst/>
            <a:rect l="l" t="t" r="r" b="b"/>
            <a:pathLst>
              <a:path w="122445" h="122445">
                <a:moveTo>
                  <a:pt x="61222" y="122445"/>
                </a:moveTo>
                <a:cubicBezTo>
                  <a:pt x="95012" y="122445"/>
                  <a:pt x="122445" y="95012"/>
                  <a:pt x="122445" y="61222"/>
                </a:cubicBezTo>
                <a:cubicBezTo>
                  <a:pt x="122445" y="27433"/>
                  <a:pt x="95012" y="0"/>
                  <a:pt x="61222" y="0"/>
                </a:cubicBezTo>
                <a:cubicBezTo>
                  <a:pt x="27433" y="0"/>
                  <a:pt x="0" y="27433"/>
                  <a:pt x="0" y="61222"/>
                </a:cubicBezTo>
                <a:cubicBezTo>
                  <a:pt x="0" y="95012"/>
                  <a:pt x="27433" y="122445"/>
                  <a:pt x="61222" y="122445"/>
                </a:cubicBezTo>
                <a:close/>
                <a:moveTo>
                  <a:pt x="53570" y="38264"/>
                </a:moveTo>
                <a:cubicBezTo>
                  <a:pt x="53570" y="34040"/>
                  <a:pt x="56999" y="30611"/>
                  <a:pt x="61222" y="30611"/>
                </a:cubicBezTo>
                <a:cubicBezTo>
                  <a:pt x="65446" y="30611"/>
                  <a:pt x="68875" y="34040"/>
                  <a:pt x="68875" y="38264"/>
                </a:cubicBezTo>
                <a:cubicBezTo>
                  <a:pt x="68875" y="42488"/>
                  <a:pt x="65446" y="45917"/>
                  <a:pt x="61222" y="45917"/>
                </a:cubicBezTo>
                <a:cubicBezTo>
                  <a:pt x="56999" y="45917"/>
                  <a:pt x="53570" y="42488"/>
                  <a:pt x="53570" y="38264"/>
                </a:cubicBezTo>
                <a:close/>
                <a:moveTo>
                  <a:pt x="51656" y="53570"/>
                </a:moveTo>
                <a:lnTo>
                  <a:pt x="63136" y="53570"/>
                </a:lnTo>
                <a:cubicBezTo>
                  <a:pt x="66316" y="53570"/>
                  <a:pt x="68875" y="56128"/>
                  <a:pt x="68875" y="59309"/>
                </a:cubicBezTo>
                <a:lnTo>
                  <a:pt x="68875" y="80354"/>
                </a:lnTo>
                <a:lnTo>
                  <a:pt x="70788" y="80354"/>
                </a:lnTo>
                <a:cubicBezTo>
                  <a:pt x="73969" y="80354"/>
                  <a:pt x="76528" y="82913"/>
                  <a:pt x="76528" y="86094"/>
                </a:cubicBezTo>
                <a:cubicBezTo>
                  <a:pt x="76528" y="89275"/>
                  <a:pt x="73969" y="91834"/>
                  <a:pt x="70788" y="91834"/>
                </a:cubicBezTo>
                <a:lnTo>
                  <a:pt x="51656" y="91834"/>
                </a:lnTo>
                <a:cubicBezTo>
                  <a:pt x="48476" y="91834"/>
                  <a:pt x="45917" y="89275"/>
                  <a:pt x="45917" y="86094"/>
                </a:cubicBezTo>
                <a:cubicBezTo>
                  <a:pt x="45917" y="82913"/>
                  <a:pt x="48476" y="80354"/>
                  <a:pt x="51656" y="80354"/>
                </a:cubicBezTo>
                <a:lnTo>
                  <a:pt x="57396" y="80354"/>
                </a:lnTo>
                <a:lnTo>
                  <a:pt x="57396" y="65049"/>
                </a:lnTo>
                <a:lnTo>
                  <a:pt x="51656" y="65049"/>
                </a:lnTo>
                <a:cubicBezTo>
                  <a:pt x="48476" y="65049"/>
                  <a:pt x="45917" y="62490"/>
                  <a:pt x="45917" y="59309"/>
                </a:cubicBezTo>
                <a:cubicBezTo>
                  <a:pt x="45917" y="56128"/>
                  <a:pt x="48476" y="53570"/>
                  <a:pt x="51656" y="5357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5" name="Text 83"/>
          <p:cNvSpPr/>
          <p:nvPr/>
        </p:nvSpPr>
        <p:spPr>
          <a:xfrm>
            <a:off x="667406" y="6568507"/>
            <a:ext cx="11120527" cy="1749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64" b="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Logic:</a:t>
            </a:r>
            <a:pPr>
              <a:lnSpc>
                <a:spcPct val="120000"/>
              </a:lnSpc>
            </a:pPr>
            <a:r>
              <a:rPr lang="en-US" sz="964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matched indicator adds 15 points to the risk score. Scores ≥70 indicate likely phishing, 30-69 indicate suspicious, and &lt;30 indicate probably safe.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bdaaa3f48d50c5df465ab2a4c30ec35d03618cca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123" r="123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/>
              </a:gs>
              <a:gs pos="50000">
                <a:srgbClr val="0D11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810702"/>
            <a:ext cx="1503045" cy="426720"/>
          </a:xfrm>
          <a:custGeom>
            <a:avLst/>
            <a:gdLst/>
            <a:ahLst/>
            <a:cxnLst/>
            <a:rect l="l" t="t" r="r" b="b"/>
            <a:pathLst>
              <a:path w="1503045" h="426720">
                <a:moveTo>
                  <a:pt x="213360" y="0"/>
                </a:moveTo>
                <a:lnTo>
                  <a:pt x="1289685" y="0"/>
                </a:lnTo>
                <a:cubicBezTo>
                  <a:pt x="1407520" y="0"/>
                  <a:pt x="1503045" y="95525"/>
                  <a:pt x="1503045" y="213360"/>
                </a:cubicBezTo>
                <a:lnTo>
                  <a:pt x="1503045" y="213360"/>
                </a:lnTo>
                <a:cubicBezTo>
                  <a:pt x="1503045" y="331195"/>
                  <a:pt x="1407520" y="426720"/>
                  <a:pt x="12896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 w="10160">
            <a:solidFill>
              <a:srgbClr val="01FF6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921194"/>
            <a:ext cx="120038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02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69835"/>
            <a:ext cx="5686425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Overview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&amp;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293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79635"/>
            <a:ext cx="54578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the PhishGuard phishing awareness platform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spc="5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SYSTEM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677" y="660018"/>
            <a:ext cx="11623651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9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PhishGuard: System Architecture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6677" y="1100030"/>
            <a:ext cx="1153198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Four-layer architecture enabling real-time email analysis and phishing detection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0343" y="1470374"/>
            <a:ext cx="6781685" cy="5012470"/>
          </a:xfrm>
          <a:custGeom>
            <a:avLst/>
            <a:gdLst/>
            <a:ahLst/>
            <a:cxnLst/>
            <a:rect l="l" t="t" r="r" b="b"/>
            <a:pathLst>
              <a:path w="6781685" h="5012470">
                <a:moveTo>
                  <a:pt x="110024" y="0"/>
                </a:moveTo>
                <a:lnTo>
                  <a:pt x="6671662" y="0"/>
                </a:lnTo>
                <a:cubicBezTo>
                  <a:pt x="6732426" y="0"/>
                  <a:pt x="6781685" y="49259"/>
                  <a:pt x="6781685" y="110024"/>
                </a:cubicBezTo>
                <a:lnTo>
                  <a:pt x="6781685" y="4902447"/>
                </a:lnTo>
                <a:cubicBezTo>
                  <a:pt x="6781685" y="4963211"/>
                  <a:pt x="6732426" y="5012470"/>
                  <a:pt x="6671662" y="5012470"/>
                </a:cubicBezTo>
                <a:lnTo>
                  <a:pt x="110024" y="5012470"/>
                </a:lnTo>
                <a:cubicBezTo>
                  <a:pt x="49259" y="5012470"/>
                  <a:pt x="0" y="4963211"/>
                  <a:pt x="0" y="4902447"/>
                </a:cubicBezTo>
                <a:lnTo>
                  <a:pt x="0" y="110024"/>
                </a:lnTo>
                <a:cubicBezTo>
                  <a:pt x="0" y="49300"/>
                  <a:pt x="49300" y="0"/>
                  <a:pt x="11002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266" y="1703216"/>
            <a:ext cx="165005" cy="165005"/>
          </a:xfrm>
          <a:custGeom>
            <a:avLst/>
            <a:gdLst/>
            <a:ahLst/>
            <a:cxnLst/>
            <a:rect l="l" t="t" r="r" b="b"/>
            <a:pathLst>
              <a:path w="165005" h="165005">
                <a:moveTo>
                  <a:pt x="61877" y="20626"/>
                </a:moveTo>
                <a:cubicBezTo>
                  <a:pt x="61877" y="14921"/>
                  <a:pt x="66485" y="10313"/>
                  <a:pt x="72189" y="10313"/>
                </a:cubicBezTo>
                <a:lnTo>
                  <a:pt x="92815" y="10313"/>
                </a:lnTo>
                <a:cubicBezTo>
                  <a:pt x="98519" y="10313"/>
                  <a:pt x="103128" y="14921"/>
                  <a:pt x="103128" y="20626"/>
                </a:cubicBezTo>
                <a:lnTo>
                  <a:pt x="103128" y="41251"/>
                </a:lnTo>
                <a:cubicBezTo>
                  <a:pt x="103128" y="46955"/>
                  <a:pt x="98519" y="51564"/>
                  <a:pt x="92815" y="51564"/>
                </a:cubicBezTo>
                <a:lnTo>
                  <a:pt x="90237" y="51564"/>
                </a:lnTo>
                <a:lnTo>
                  <a:pt x="90237" y="72189"/>
                </a:lnTo>
                <a:lnTo>
                  <a:pt x="128910" y="72189"/>
                </a:lnTo>
                <a:cubicBezTo>
                  <a:pt x="141736" y="72189"/>
                  <a:pt x="152114" y="82567"/>
                  <a:pt x="152114" y="95393"/>
                </a:cubicBezTo>
                <a:lnTo>
                  <a:pt x="152114" y="113441"/>
                </a:lnTo>
                <a:lnTo>
                  <a:pt x="154692" y="113441"/>
                </a:lnTo>
                <a:cubicBezTo>
                  <a:pt x="160396" y="113441"/>
                  <a:pt x="165005" y="118049"/>
                  <a:pt x="165005" y="123753"/>
                </a:cubicBezTo>
                <a:lnTo>
                  <a:pt x="165005" y="144379"/>
                </a:lnTo>
                <a:cubicBezTo>
                  <a:pt x="165005" y="150083"/>
                  <a:pt x="160396" y="154692"/>
                  <a:pt x="154692" y="154692"/>
                </a:cubicBezTo>
                <a:lnTo>
                  <a:pt x="134066" y="154692"/>
                </a:lnTo>
                <a:cubicBezTo>
                  <a:pt x="128362" y="154692"/>
                  <a:pt x="123753" y="150083"/>
                  <a:pt x="123753" y="144379"/>
                </a:cubicBezTo>
                <a:lnTo>
                  <a:pt x="123753" y="123753"/>
                </a:lnTo>
                <a:cubicBezTo>
                  <a:pt x="123753" y="118049"/>
                  <a:pt x="128362" y="113441"/>
                  <a:pt x="134066" y="113441"/>
                </a:cubicBezTo>
                <a:lnTo>
                  <a:pt x="136644" y="113441"/>
                </a:lnTo>
                <a:lnTo>
                  <a:pt x="136644" y="95393"/>
                </a:lnTo>
                <a:cubicBezTo>
                  <a:pt x="136644" y="91107"/>
                  <a:pt x="133196" y="87659"/>
                  <a:pt x="128910" y="87659"/>
                </a:cubicBezTo>
                <a:lnTo>
                  <a:pt x="90237" y="87659"/>
                </a:lnTo>
                <a:lnTo>
                  <a:pt x="90237" y="113441"/>
                </a:lnTo>
                <a:lnTo>
                  <a:pt x="92815" y="113441"/>
                </a:lnTo>
                <a:cubicBezTo>
                  <a:pt x="98519" y="113441"/>
                  <a:pt x="103128" y="118049"/>
                  <a:pt x="103128" y="123753"/>
                </a:cubicBezTo>
                <a:lnTo>
                  <a:pt x="103128" y="144379"/>
                </a:lnTo>
                <a:cubicBezTo>
                  <a:pt x="103128" y="150083"/>
                  <a:pt x="98519" y="154692"/>
                  <a:pt x="92815" y="154692"/>
                </a:cubicBezTo>
                <a:lnTo>
                  <a:pt x="72189" y="154692"/>
                </a:lnTo>
                <a:cubicBezTo>
                  <a:pt x="66485" y="154692"/>
                  <a:pt x="61877" y="150083"/>
                  <a:pt x="61877" y="144379"/>
                </a:cubicBezTo>
                <a:lnTo>
                  <a:pt x="61877" y="123753"/>
                </a:lnTo>
                <a:cubicBezTo>
                  <a:pt x="61877" y="118049"/>
                  <a:pt x="66485" y="113441"/>
                  <a:pt x="72189" y="113441"/>
                </a:cubicBezTo>
                <a:lnTo>
                  <a:pt x="74768" y="113441"/>
                </a:lnTo>
                <a:lnTo>
                  <a:pt x="74768" y="87659"/>
                </a:lnTo>
                <a:lnTo>
                  <a:pt x="36095" y="87659"/>
                </a:lnTo>
                <a:cubicBezTo>
                  <a:pt x="31808" y="87659"/>
                  <a:pt x="28360" y="91107"/>
                  <a:pt x="28360" y="95393"/>
                </a:cubicBezTo>
                <a:lnTo>
                  <a:pt x="28360" y="113441"/>
                </a:lnTo>
                <a:lnTo>
                  <a:pt x="30938" y="113441"/>
                </a:lnTo>
                <a:cubicBezTo>
                  <a:pt x="36643" y="113441"/>
                  <a:pt x="41251" y="118049"/>
                  <a:pt x="41251" y="123753"/>
                </a:cubicBezTo>
                <a:lnTo>
                  <a:pt x="41251" y="144379"/>
                </a:lnTo>
                <a:cubicBezTo>
                  <a:pt x="41251" y="150083"/>
                  <a:pt x="36643" y="154692"/>
                  <a:pt x="30938" y="154692"/>
                </a:cubicBezTo>
                <a:lnTo>
                  <a:pt x="10313" y="154692"/>
                </a:lnTo>
                <a:cubicBezTo>
                  <a:pt x="4609" y="154692"/>
                  <a:pt x="0" y="150083"/>
                  <a:pt x="0" y="144379"/>
                </a:cubicBezTo>
                <a:lnTo>
                  <a:pt x="0" y="123753"/>
                </a:lnTo>
                <a:cubicBezTo>
                  <a:pt x="0" y="118049"/>
                  <a:pt x="4609" y="113441"/>
                  <a:pt x="10313" y="113441"/>
                </a:cubicBezTo>
                <a:lnTo>
                  <a:pt x="12891" y="113441"/>
                </a:lnTo>
                <a:lnTo>
                  <a:pt x="12891" y="95393"/>
                </a:lnTo>
                <a:cubicBezTo>
                  <a:pt x="12891" y="82567"/>
                  <a:pt x="23268" y="72189"/>
                  <a:pt x="36095" y="72189"/>
                </a:cubicBezTo>
                <a:lnTo>
                  <a:pt x="74768" y="72189"/>
                </a:lnTo>
                <a:lnTo>
                  <a:pt x="74768" y="51564"/>
                </a:lnTo>
                <a:lnTo>
                  <a:pt x="72189" y="51564"/>
                </a:lnTo>
                <a:cubicBezTo>
                  <a:pt x="66485" y="51564"/>
                  <a:pt x="61877" y="46955"/>
                  <a:pt x="61877" y="41251"/>
                </a:cubicBezTo>
                <a:lnTo>
                  <a:pt x="61877" y="20626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" name="Text 5"/>
          <p:cNvSpPr/>
          <p:nvPr/>
        </p:nvSpPr>
        <p:spPr>
          <a:xfrm>
            <a:off x="768188" y="1657381"/>
            <a:ext cx="6279338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 Architecture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1015" y="2064392"/>
            <a:ext cx="6020831" cy="924025"/>
          </a:xfrm>
          <a:custGeom>
            <a:avLst/>
            <a:gdLst/>
            <a:ahLst/>
            <a:cxnLst/>
            <a:rect l="l" t="t" r="r" b="b"/>
            <a:pathLst>
              <a:path w="6020831" h="924025">
                <a:moveTo>
                  <a:pt x="110005" y="0"/>
                </a:moveTo>
                <a:lnTo>
                  <a:pt x="5910826" y="0"/>
                </a:lnTo>
                <a:cubicBezTo>
                  <a:pt x="5971580" y="0"/>
                  <a:pt x="6020831" y="49251"/>
                  <a:pt x="6020831" y="110005"/>
                </a:cubicBezTo>
                <a:lnTo>
                  <a:pt x="6020831" y="814020"/>
                </a:lnTo>
                <a:cubicBezTo>
                  <a:pt x="6020831" y="874774"/>
                  <a:pt x="5971580" y="924025"/>
                  <a:pt x="5910826" y="924025"/>
                </a:cubicBezTo>
                <a:lnTo>
                  <a:pt x="110005" y="924025"/>
                </a:lnTo>
                <a:cubicBezTo>
                  <a:pt x="49251" y="924025"/>
                  <a:pt x="0" y="874774"/>
                  <a:pt x="0" y="814020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353" y="2214728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1356" y="2324731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18334" y="9167"/>
                </a:moveTo>
                <a:cubicBezTo>
                  <a:pt x="8222" y="9167"/>
                  <a:pt x="0" y="17388"/>
                  <a:pt x="0" y="27501"/>
                </a:cubicBezTo>
                <a:lnTo>
                  <a:pt x="0" y="100836"/>
                </a:lnTo>
                <a:cubicBezTo>
                  <a:pt x="0" y="110948"/>
                  <a:pt x="8222" y="119170"/>
                  <a:pt x="18334" y="119170"/>
                </a:cubicBezTo>
                <a:lnTo>
                  <a:pt x="59585" y="119170"/>
                </a:lnTo>
                <a:lnTo>
                  <a:pt x="55002" y="132920"/>
                </a:lnTo>
                <a:lnTo>
                  <a:pt x="34376" y="132920"/>
                </a:lnTo>
                <a:cubicBezTo>
                  <a:pt x="30566" y="132920"/>
                  <a:pt x="27501" y="135985"/>
                  <a:pt x="27501" y="139795"/>
                </a:cubicBezTo>
                <a:cubicBezTo>
                  <a:pt x="27501" y="143605"/>
                  <a:pt x="30566" y="146671"/>
                  <a:pt x="34376" y="146671"/>
                </a:cubicBezTo>
                <a:lnTo>
                  <a:pt x="112295" y="146671"/>
                </a:lnTo>
                <a:cubicBezTo>
                  <a:pt x="116105" y="146671"/>
                  <a:pt x="119170" y="143605"/>
                  <a:pt x="119170" y="139795"/>
                </a:cubicBezTo>
                <a:cubicBezTo>
                  <a:pt x="119170" y="135985"/>
                  <a:pt x="116105" y="132920"/>
                  <a:pt x="112295" y="132920"/>
                </a:cubicBezTo>
                <a:lnTo>
                  <a:pt x="91669" y="132920"/>
                </a:lnTo>
                <a:lnTo>
                  <a:pt x="87086" y="119170"/>
                </a:lnTo>
                <a:lnTo>
                  <a:pt x="128337" y="119170"/>
                </a:lnTo>
                <a:cubicBezTo>
                  <a:pt x="138449" y="119170"/>
                  <a:pt x="146671" y="110948"/>
                  <a:pt x="146671" y="100836"/>
                </a:cubicBezTo>
                <a:lnTo>
                  <a:pt x="146671" y="27501"/>
                </a:lnTo>
                <a:cubicBezTo>
                  <a:pt x="146671" y="17388"/>
                  <a:pt x="138449" y="9167"/>
                  <a:pt x="128337" y="9167"/>
                </a:cubicBezTo>
                <a:lnTo>
                  <a:pt x="18334" y="9167"/>
                </a:lnTo>
                <a:close/>
                <a:moveTo>
                  <a:pt x="27501" y="27501"/>
                </a:moveTo>
                <a:lnTo>
                  <a:pt x="119170" y="27501"/>
                </a:lnTo>
                <a:cubicBezTo>
                  <a:pt x="124240" y="27501"/>
                  <a:pt x="128337" y="31597"/>
                  <a:pt x="128337" y="36668"/>
                </a:cubicBezTo>
                <a:lnTo>
                  <a:pt x="128337" y="82502"/>
                </a:lnTo>
                <a:cubicBezTo>
                  <a:pt x="128337" y="87573"/>
                  <a:pt x="124240" y="91669"/>
                  <a:pt x="119170" y="91669"/>
                </a:cubicBezTo>
                <a:lnTo>
                  <a:pt x="27501" y="91669"/>
                </a:lnTo>
                <a:cubicBezTo>
                  <a:pt x="22430" y="91669"/>
                  <a:pt x="18334" y="87573"/>
                  <a:pt x="18334" y="82502"/>
                </a:cubicBezTo>
                <a:lnTo>
                  <a:pt x="18334" y="36668"/>
                </a:lnTo>
                <a:cubicBezTo>
                  <a:pt x="18334" y="31597"/>
                  <a:pt x="22430" y="27501"/>
                  <a:pt x="27501" y="27501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033" y="2214728"/>
            <a:ext cx="1659212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Frontend Layer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033" y="2434734"/>
            <a:ext cx="1640878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+ Tailwind CSS + JS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353" y="2654740"/>
            <a:ext cx="578432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interface for file upload, drag-and-drop zone, animated progress display, and result visualization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55675" y="2434734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5" name="Shape 13"/>
          <p:cNvSpPr/>
          <p:nvPr/>
        </p:nvSpPr>
        <p:spPr>
          <a:xfrm>
            <a:off x="561015" y="3105751"/>
            <a:ext cx="6020831" cy="924025"/>
          </a:xfrm>
          <a:custGeom>
            <a:avLst/>
            <a:gdLst/>
            <a:ahLst/>
            <a:cxnLst/>
            <a:rect l="l" t="t" r="r" b="b"/>
            <a:pathLst>
              <a:path w="6020831" h="924025">
                <a:moveTo>
                  <a:pt x="110005" y="0"/>
                </a:moveTo>
                <a:lnTo>
                  <a:pt x="5910826" y="0"/>
                </a:lnTo>
                <a:cubicBezTo>
                  <a:pt x="5971580" y="0"/>
                  <a:pt x="6020831" y="49251"/>
                  <a:pt x="6020831" y="110005"/>
                </a:cubicBezTo>
                <a:lnTo>
                  <a:pt x="6020831" y="814020"/>
                </a:lnTo>
                <a:cubicBezTo>
                  <a:pt x="6020831" y="874774"/>
                  <a:pt x="5971580" y="924025"/>
                  <a:pt x="5910826" y="924025"/>
                </a:cubicBezTo>
                <a:lnTo>
                  <a:pt x="110005" y="924025"/>
                </a:lnTo>
                <a:cubicBezTo>
                  <a:pt x="49251" y="924025"/>
                  <a:pt x="0" y="874774"/>
                  <a:pt x="0" y="814020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3B4252">
              <a:alpha val="6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1353" y="3256091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17" name="Shape 15"/>
          <p:cNvSpPr/>
          <p:nvPr/>
        </p:nvSpPr>
        <p:spPr>
          <a:xfrm>
            <a:off x="830523" y="3366094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8334" y="9167"/>
                </a:moveTo>
                <a:cubicBezTo>
                  <a:pt x="8222" y="9167"/>
                  <a:pt x="0" y="17388"/>
                  <a:pt x="0" y="27501"/>
                </a:cubicBezTo>
                <a:lnTo>
                  <a:pt x="0" y="45835"/>
                </a:lnTo>
                <a:cubicBezTo>
                  <a:pt x="0" y="55947"/>
                  <a:pt x="8222" y="64168"/>
                  <a:pt x="18334" y="64168"/>
                </a:cubicBezTo>
                <a:lnTo>
                  <a:pt x="110003" y="64168"/>
                </a:lnTo>
                <a:cubicBezTo>
                  <a:pt x="120115" y="64168"/>
                  <a:pt x="128337" y="55947"/>
                  <a:pt x="128337" y="45835"/>
                </a:cubicBezTo>
                <a:lnTo>
                  <a:pt x="128337" y="27501"/>
                </a:lnTo>
                <a:cubicBezTo>
                  <a:pt x="128337" y="17388"/>
                  <a:pt x="120115" y="9167"/>
                  <a:pt x="110003" y="9167"/>
                </a:cubicBezTo>
                <a:lnTo>
                  <a:pt x="18334" y="9167"/>
                </a:lnTo>
                <a:close/>
                <a:moveTo>
                  <a:pt x="80211" y="29792"/>
                </a:moveTo>
                <a:cubicBezTo>
                  <a:pt x="84005" y="29792"/>
                  <a:pt x="87086" y="32873"/>
                  <a:pt x="87086" y="36668"/>
                </a:cubicBezTo>
                <a:cubicBezTo>
                  <a:pt x="87086" y="40462"/>
                  <a:pt x="84005" y="43543"/>
                  <a:pt x="80211" y="43543"/>
                </a:cubicBezTo>
                <a:cubicBezTo>
                  <a:pt x="76416" y="43543"/>
                  <a:pt x="73335" y="40462"/>
                  <a:pt x="73335" y="36668"/>
                </a:cubicBezTo>
                <a:cubicBezTo>
                  <a:pt x="73335" y="32873"/>
                  <a:pt x="76416" y="29792"/>
                  <a:pt x="80211" y="29792"/>
                </a:cubicBezTo>
                <a:close/>
                <a:moveTo>
                  <a:pt x="96253" y="36668"/>
                </a:moveTo>
                <a:cubicBezTo>
                  <a:pt x="96253" y="32873"/>
                  <a:pt x="99333" y="29792"/>
                  <a:pt x="103128" y="29792"/>
                </a:cubicBezTo>
                <a:cubicBezTo>
                  <a:pt x="106922" y="29792"/>
                  <a:pt x="110003" y="32873"/>
                  <a:pt x="110003" y="36668"/>
                </a:cubicBezTo>
                <a:cubicBezTo>
                  <a:pt x="110003" y="40462"/>
                  <a:pt x="106922" y="43543"/>
                  <a:pt x="103128" y="43543"/>
                </a:cubicBezTo>
                <a:cubicBezTo>
                  <a:pt x="99333" y="43543"/>
                  <a:pt x="96253" y="40462"/>
                  <a:pt x="96253" y="36668"/>
                </a:cubicBezTo>
                <a:close/>
                <a:moveTo>
                  <a:pt x="18334" y="82502"/>
                </a:moveTo>
                <a:cubicBezTo>
                  <a:pt x="8222" y="82502"/>
                  <a:pt x="0" y="90724"/>
                  <a:pt x="0" y="100836"/>
                </a:cubicBezTo>
                <a:lnTo>
                  <a:pt x="0" y="119170"/>
                </a:lnTo>
                <a:cubicBezTo>
                  <a:pt x="0" y="129282"/>
                  <a:pt x="8222" y="137504"/>
                  <a:pt x="18334" y="137504"/>
                </a:cubicBezTo>
                <a:lnTo>
                  <a:pt x="110003" y="137504"/>
                </a:lnTo>
                <a:cubicBezTo>
                  <a:pt x="120115" y="137504"/>
                  <a:pt x="128337" y="129282"/>
                  <a:pt x="128337" y="119170"/>
                </a:cubicBezTo>
                <a:lnTo>
                  <a:pt x="128337" y="100836"/>
                </a:lnTo>
                <a:cubicBezTo>
                  <a:pt x="128337" y="90724"/>
                  <a:pt x="120115" y="82502"/>
                  <a:pt x="110003" y="82502"/>
                </a:cubicBezTo>
                <a:lnTo>
                  <a:pt x="18334" y="82502"/>
                </a:lnTo>
                <a:close/>
                <a:moveTo>
                  <a:pt x="80211" y="103128"/>
                </a:moveTo>
                <a:cubicBezTo>
                  <a:pt x="84005" y="103128"/>
                  <a:pt x="87086" y="106208"/>
                  <a:pt x="87086" y="110003"/>
                </a:cubicBezTo>
                <a:cubicBezTo>
                  <a:pt x="87086" y="113798"/>
                  <a:pt x="84005" y="116878"/>
                  <a:pt x="80211" y="116878"/>
                </a:cubicBezTo>
                <a:cubicBezTo>
                  <a:pt x="76416" y="116878"/>
                  <a:pt x="73335" y="113798"/>
                  <a:pt x="73335" y="110003"/>
                </a:cubicBezTo>
                <a:cubicBezTo>
                  <a:pt x="73335" y="106208"/>
                  <a:pt x="76416" y="103128"/>
                  <a:pt x="80211" y="103128"/>
                </a:cubicBezTo>
                <a:close/>
                <a:moveTo>
                  <a:pt x="96253" y="110003"/>
                </a:moveTo>
                <a:cubicBezTo>
                  <a:pt x="96253" y="106208"/>
                  <a:pt x="99333" y="103128"/>
                  <a:pt x="103128" y="103128"/>
                </a:cubicBezTo>
                <a:cubicBezTo>
                  <a:pt x="106922" y="103128"/>
                  <a:pt x="110003" y="106208"/>
                  <a:pt x="110003" y="110003"/>
                </a:cubicBezTo>
                <a:cubicBezTo>
                  <a:pt x="110003" y="113798"/>
                  <a:pt x="106922" y="116878"/>
                  <a:pt x="103128" y="116878"/>
                </a:cubicBezTo>
                <a:cubicBezTo>
                  <a:pt x="99333" y="116878"/>
                  <a:pt x="96253" y="113798"/>
                  <a:pt x="96253" y="110003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033" y="3256091"/>
            <a:ext cx="112753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Backend Layer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033" y="3476097"/>
            <a:ext cx="110919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Flask API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1353" y="3696103"/>
            <a:ext cx="5784325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HTTP requests, file processing, OCR integration, and serves analysis results via REST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755675" y="3476097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2" name="Shape 20"/>
          <p:cNvSpPr/>
          <p:nvPr/>
        </p:nvSpPr>
        <p:spPr>
          <a:xfrm>
            <a:off x="561015" y="4147113"/>
            <a:ext cx="6020831" cy="1107364"/>
          </a:xfrm>
          <a:custGeom>
            <a:avLst/>
            <a:gdLst/>
            <a:ahLst/>
            <a:cxnLst/>
            <a:rect l="l" t="t" r="r" b="b"/>
            <a:pathLst>
              <a:path w="6020831" h="1107364">
                <a:moveTo>
                  <a:pt x="110006" y="0"/>
                </a:moveTo>
                <a:lnTo>
                  <a:pt x="5910826" y="0"/>
                </a:lnTo>
                <a:cubicBezTo>
                  <a:pt x="5971580" y="0"/>
                  <a:pt x="6020831" y="49251"/>
                  <a:pt x="6020831" y="110006"/>
                </a:cubicBezTo>
                <a:lnTo>
                  <a:pt x="6020831" y="997358"/>
                </a:lnTo>
                <a:cubicBezTo>
                  <a:pt x="6020831" y="1058112"/>
                  <a:pt x="5971580" y="1107364"/>
                  <a:pt x="5910826" y="1107364"/>
                </a:cubicBezTo>
                <a:lnTo>
                  <a:pt x="110006" y="1107364"/>
                </a:lnTo>
                <a:cubicBezTo>
                  <a:pt x="49251" y="1107364"/>
                  <a:pt x="0" y="1058112"/>
                  <a:pt x="0" y="997358"/>
                </a:cubicBezTo>
                <a:lnTo>
                  <a:pt x="0" y="110006"/>
                </a:lnTo>
                <a:cubicBezTo>
                  <a:pt x="0" y="49251"/>
                  <a:pt x="49251" y="0"/>
                  <a:pt x="110006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 w="10160">
            <a:solidFill>
              <a:srgbClr val="FF4D4D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353" y="4297454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21356" y="4407457"/>
            <a:ext cx="146671" cy="146671"/>
          </a:xfrm>
          <a:custGeom>
            <a:avLst/>
            <a:gdLst/>
            <a:ahLst/>
            <a:cxnLst/>
            <a:rect l="l" t="t" r="r" b="b"/>
            <a:pathLst>
              <a:path w="146671" h="146671">
                <a:moveTo>
                  <a:pt x="34376" y="16042"/>
                </a:moveTo>
                <a:cubicBezTo>
                  <a:pt x="34376" y="7190"/>
                  <a:pt x="41566" y="0"/>
                  <a:pt x="50418" y="0"/>
                </a:cubicBezTo>
                <a:lnTo>
                  <a:pt x="57293" y="0"/>
                </a:lnTo>
                <a:cubicBezTo>
                  <a:pt x="62364" y="0"/>
                  <a:pt x="66460" y="4096"/>
                  <a:pt x="66460" y="9167"/>
                </a:cubicBezTo>
                <a:lnTo>
                  <a:pt x="66460" y="137504"/>
                </a:lnTo>
                <a:cubicBezTo>
                  <a:pt x="66460" y="142574"/>
                  <a:pt x="62364" y="146671"/>
                  <a:pt x="57293" y="146671"/>
                </a:cubicBezTo>
                <a:lnTo>
                  <a:pt x="48126" y="146671"/>
                </a:lnTo>
                <a:cubicBezTo>
                  <a:pt x="39590" y="146671"/>
                  <a:pt x="32399" y="140827"/>
                  <a:pt x="30365" y="132920"/>
                </a:cubicBezTo>
                <a:cubicBezTo>
                  <a:pt x="30165" y="132920"/>
                  <a:pt x="29993" y="132920"/>
                  <a:pt x="29792" y="132920"/>
                </a:cubicBezTo>
                <a:cubicBezTo>
                  <a:pt x="17131" y="132920"/>
                  <a:pt x="6875" y="122665"/>
                  <a:pt x="6875" y="110003"/>
                </a:cubicBezTo>
                <a:cubicBezTo>
                  <a:pt x="6875" y="104847"/>
                  <a:pt x="8594" y="100091"/>
                  <a:pt x="11459" y="96253"/>
                </a:cubicBezTo>
                <a:cubicBezTo>
                  <a:pt x="5901" y="92070"/>
                  <a:pt x="2292" y="85424"/>
                  <a:pt x="2292" y="77919"/>
                </a:cubicBezTo>
                <a:cubicBezTo>
                  <a:pt x="2292" y="69067"/>
                  <a:pt x="7334" y="61361"/>
                  <a:pt x="14667" y="57551"/>
                </a:cubicBezTo>
                <a:cubicBezTo>
                  <a:pt x="12633" y="54113"/>
                  <a:pt x="11459" y="50103"/>
                  <a:pt x="11459" y="45835"/>
                </a:cubicBezTo>
                <a:cubicBezTo>
                  <a:pt x="11459" y="33173"/>
                  <a:pt x="21714" y="22917"/>
                  <a:pt x="34376" y="22917"/>
                </a:cubicBezTo>
                <a:lnTo>
                  <a:pt x="34376" y="16042"/>
                </a:lnTo>
                <a:close/>
                <a:moveTo>
                  <a:pt x="112295" y="16042"/>
                </a:moveTo>
                <a:lnTo>
                  <a:pt x="112295" y="22917"/>
                </a:lnTo>
                <a:cubicBezTo>
                  <a:pt x="124957" y="22917"/>
                  <a:pt x="135212" y="33173"/>
                  <a:pt x="135212" y="45835"/>
                </a:cubicBezTo>
                <a:cubicBezTo>
                  <a:pt x="135212" y="50132"/>
                  <a:pt x="134038" y="54142"/>
                  <a:pt x="132004" y="57551"/>
                </a:cubicBezTo>
                <a:cubicBezTo>
                  <a:pt x="139366" y="61361"/>
                  <a:pt x="144379" y="69038"/>
                  <a:pt x="144379" y="77919"/>
                </a:cubicBezTo>
                <a:cubicBezTo>
                  <a:pt x="144379" y="85424"/>
                  <a:pt x="140769" y="92070"/>
                  <a:pt x="135212" y="96253"/>
                </a:cubicBezTo>
                <a:cubicBezTo>
                  <a:pt x="138077" y="100091"/>
                  <a:pt x="139795" y="104847"/>
                  <a:pt x="139795" y="110003"/>
                </a:cubicBezTo>
                <a:cubicBezTo>
                  <a:pt x="139795" y="122665"/>
                  <a:pt x="129540" y="132920"/>
                  <a:pt x="116878" y="132920"/>
                </a:cubicBezTo>
                <a:cubicBezTo>
                  <a:pt x="116678" y="132920"/>
                  <a:pt x="116506" y="132920"/>
                  <a:pt x="116305" y="132920"/>
                </a:cubicBezTo>
                <a:cubicBezTo>
                  <a:pt x="114271" y="140827"/>
                  <a:pt x="107081" y="146671"/>
                  <a:pt x="98544" y="146671"/>
                </a:cubicBezTo>
                <a:lnTo>
                  <a:pt x="89377" y="146671"/>
                </a:lnTo>
                <a:cubicBezTo>
                  <a:pt x="84307" y="146671"/>
                  <a:pt x="80211" y="142574"/>
                  <a:pt x="80211" y="137504"/>
                </a:cubicBezTo>
                <a:lnTo>
                  <a:pt x="80211" y="9167"/>
                </a:lnTo>
                <a:cubicBezTo>
                  <a:pt x="80211" y="4096"/>
                  <a:pt x="84307" y="0"/>
                  <a:pt x="89377" y="0"/>
                </a:cubicBezTo>
                <a:lnTo>
                  <a:pt x="96253" y="0"/>
                </a:lnTo>
                <a:cubicBezTo>
                  <a:pt x="105104" y="0"/>
                  <a:pt x="112295" y="7190"/>
                  <a:pt x="112295" y="16042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033" y="4297454"/>
            <a:ext cx="1595044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Analysis Engine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8033" y="4517460"/>
            <a:ext cx="1576710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OCR + Pattern Detection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1353" y="4737466"/>
            <a:ext cx="5784325" cy="3666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Tesseract OCR extracts text, rule-based algorithm analyzes 10+ phishing patterns, calculates risk score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755675" y="4609129"/>
            <a:ext cx="183338" cy="183338"/>
          </a:xfrm>
          <a:custGeom>
            <a:avLst/>
            <a:gdLst/>
            <a:ahLst/>
            <a:cxnLst/>
            <a:rect l="l" t="t" r="r" b="b"/>
            <a:pathLst>
              <a:path w="183338" h="183338">
                <a:moveTo>
                  <a:pt x="179972" y="99762"/>
                </a:moveTo>
                <a:cubicBezTo>
                  <a:pt x="184448" y="95286"/>
                  <a:pt x="184448" y="88017"/>
                  <a:pt x="179972" y="83541"/>
                </a:cubicBezTo>
                <a:lnTo>
                  <a:pt x="122679" y="26247"/>
                </a:lnTo>
                <a:cubicBezTo>
                  <a:pt x="118203" y="21771"/>
                  <a:pt x="110934" y="21771"/>
                  <a:pt x="106458" y="26247"/>
                </a:cubicBezTo>
                <a:cubicBezTo>
                  <a:pt x="101982" y="30723"/>
                  <a:pt x="101982" y="37993"/>
                  <a:pt x="106458" y="42469"/>
                </a:cubicBezTo>
                <a:lnTo>
                  <a:pt x="144200" y="80211"/>
                </a:lnTo>
                <a:lnTo>
                  <a:pt x="11459" y="80211"/>
                </a:lnTo>
                <a:cubicBezTo>
                  <a:pt x="5121" y="80211"/>
                  <a:pt x="0" y="85331"/>
                  <a:pt x="0" y="91669"/>
                </a:cubicBezTo>
                <a:cubicBezTo>
                  <a:pt x="0" y="98007"/>
                  <a:pt x="5121" y="103128"/>
                  <a:pt x="11459" y="103128"/>
                </a:cubicBezTo>
                <a:lnTo>
                  <a:pt x="144200" y="103128"/>
                </a:lnTo>
                <a:lnTo>
                  <a:pt x="106458" y="140870"/>
                </a:lnTo>
                <a:cubicBezTo>
                  <a:pt x="101982" y="145346"/>
                  <a:pt x="101982" y="152615"/>
                  <a:pt x="106458" y="157091"/>
                </a:cubicBezTo>
                <a:cubicBezTo>
                  <a:pt x="110934" y="161567"/>
                  <a:pt x="118203" y="161567"/>
                  <a:pt x="122679" y="157091"/>
                </a:cubicBezTo>
                <a:lnTo>
                  <a:pt x="179972" y="99798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9" name="Shape 27"/>
          <p:cNvSpPr/>
          <p:nvPr/>
        </p:nvSpPr>
        <p:spPr>
          <a:xfrm>
            <a:off x="561015" y="5371814"/>
            <a:ext cx="5974997" cy="924025"/>
          </a:xfrm>
          <a:custGeom>
            <a:avLst/>
            <a:gdLst/>
            <a:ahLst/>
            <a:cxnLst/>
            <a:rect l="l" t="t" r="r" b="b"/>
            <a:pathLst>
              <a:path w="5974997" h="924025">
                <a:moveTo>
                  <a:pt x="110005" y="0"/>
                </a:moveTo>
                <a:lnTo>
                  <a:pt x="5864991" y="0"/>
                </a:lnTo>
                <a:cubicBezTo>
                  <a:pt x="5925746" y="0"/>
                  <a:pt x="5974997" y="49251"/>
                  <a:pt x="5974997" y="110005"/>
                </a:cubicBezTo>
                <a:lnTo>
                  <a:pt x="5974997" y="814020"/>
                </a:lnTo>
                <a:cubicBezTo>
                  <a:pt x="5974997" y="874774"/>
                  <a:pt x="5925746" y="924025"/>
                  <a:pt x="5864991" y="924025"/>
                </a:cubicBezTo>
                <a:lnTo>
                  <a:pt x="110005" y="924025"/>
                </a:lnTo>
                <a:cubicBezTo>
                  <a:pt x="49251" y="924025"/>
                  <a:pt x="0" y="874774"/>
                  <a:pt x="0" y="814020"/>
                </a:cubicBezTo>
                <a:lnTo>
                  <a:pt x="0" y="110005"/>
                </a:lnTo>
                <a:cubicBezTo>
                  <a:pt x="0" y="49292"/>
                  <a:pt x="49292" y="0"/>
                  <a:pt x="110005" y="0"/>
                </a:cubicBezTo>
                <a:close/>
              </a:path>
            </a:pathLst>
          </a:custGeom>
          <a:solidFill>
            <a:srgbClr val="3B4252">
              <a:alpha val="6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353" y="5522150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73335" y="0"/>
                </a:moveTo>
                <a:lnTo>
                  <a:pt x="293341" y="0"/>
                </a:lnTo>
                <a:cubicBezTo>
                  <a:pt x="333816" y="0"/>
                  <a:pt x="366677" y="32860"/>
                  <a:pt x="366677" y="73335"/>
                </a:cubicBezTo>
                <a:lnTo>
                  <a:pt x="366677" y="293341"/>
                </a:lnTo>
                <a:cubicBezTo>
                  <a:pt x="366677" y="333816"/>
                  <a:pt x="333816" y="366677"/>
                  <a:pt x="293341" y="366677"/>
                </a:cubicBezTo>
                <a:lnTo>
                  <a:pt x="73335" y="366677"/>
                </a:lnTo>
                <a:cubicBezTo>
                  <a:pt x="32860" y="366677"/>
                  <a:pt x="0" y="333816"/>
                  <a:pt x="0" y="293341"/>
                </a:cubicBezTo>
                <a:lnTo>
                  <a:pt x="0" y="73335"/>
                </a:lnTo>
                <a:cubicBezTo>
                  <a:pt x="0" y="32860"/>
                  <a:pt x="32860" y="0"/>
                  <a:pt x="73335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31" name="Shape 29"/>
          <p:cNvSpPr/>
          <p:nvPr/>
        </p:nvSpPr>
        <p:spPr>
          <a:xfrm>
            <a:off x="830523" y="5632153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18334" y="9167"/>
                </a:moveTo>
                <a:cubicBezTo>
                  <a:pt x="8222" y="9167"/>
                  <a:pt x="0" y="17388"/>
                  <a:pt x="0" y="27501"/>
                </a:cubicBezTo>
                <a:lnTo>
                  <a:pt x="0" y="119170"/>
                </a:lnTo>
                <a:cubicBezTo>
                  <a:pt x="0" y="129282"/>
                  <a:pt x="8222" y="137504"/>
                  <a:pt x="18334" y="137504"/>
                </a:cubicBezTo>
                <a:lnTo>
                  <a:pt x="110003" y="137504"/>
                </a:lnTo>
                <a:cubicBezTo>
                  <a:pt x="120115" y="137504"/>
                  <a:pt x="128337" y="129282"/>
                  <a:pt x="128337" y="119170"/>
                </a:cubicBezTo>
                <a:lnTo>
                  <a:pt x="128337" y="27501"/>
                </a:lnTo>
                <a:cubicBezTo>
                  <a:pt x="128337" y="17388"/>
                  <a:pt x="120115" y="9167"/>
                  <a:pt x="110003" y="9167"/>
                </a:cubicBezTo>
                <a:lnTo>
                  <a:pt x="18334" y="9167"/>
                </a:lnTo>
                <a:close/>
                <a:moveTo>
                  <a:pt x="36668" y="32084"/>
                </a:moveTo>
                <a:cubicBezTo>
                  <a:pt x="44257" y="32084"/>
                  <a:pt x="50418" y="38246"/>
                  <a:pt x="50418" y="45835"/>
                </a:cubicBezTo>
                <a:cubicBezTo>
                  <a:pt x="50418" y="53424"/>
                  <a:pt x="44257" y="59585"/>
                  <a:pt x="36668" y="59585"/>
                </a:cubicBezTo>
                <a:cubicBezTo>
                  <a:pt x="29079" y="59585"/>
                  <a:pt x="22917" y="53424"/>
                  <a:pt x="22917" y="45835"/>
                </a:cubicBezTo>
                <a:cubicBezTo>
                  <a:pt x="22917" y="38246"/>
                  <a:pt x="29079" y="32084"/>
                  <a:pt x="36668" y="32084"/>
                </a:cubicBezTo>
                <a:close/>
                <a:moveTo>
                  <a:pt x="77919" y="64168"/>
                </a:moveTo>
                <a:cubicBezTo>
                  <a:pt x="80325" y="64168"/>
                  <a:pt x="82531" y="65429"/>
                  <a:pt x="83791" y="67463"/>
                </a:cubicBezTo>
                <a:lnTo>
                  <a:pt x="109000" y="108714"/>
                </a:lnTo>
                <a:cubicBezTo>
                  <a:pt x="110289" y="110834"/>
                  <a:pt x="110347" y="113498"/>
                  <a:pt x="109144" y="115675"/>
                </a:cubicBezTo>
                <a:cubicBezTo>
                  <a:pt x="107940" y="117852"/>
                  <a:pt x="105620" y="119170"/>
                  <a:pt x="103128" y="119170"/>
                </a:cubicBezTo>
                <a:lnTo>
                  <a:pt x="25209" y="119170"/>
                </a:lnTo>
                <a:cubicBezTo>
                  <a:pt x="22659" y="119170"/>
                  <a:pt x="20282" y="117738"/>
                  <a:pt x="19107" y="115475"/>
                </a:cubicBezTo>
                <a:cubicBezTo>
                  <a:pt x="17933" y="113211"/>
                  <a:pt x="18105" y="110461"/>
                  <a:pt x="19566" y="108370"/>
                </a:cubicBezTo>
                <a:lnTo>
                  <a:pt x="35608" y="85453"/>
                </a:lnTo>
                <a:cubicBezTo>
                  <a:pt x="36897" y="83619"/>
                  <a:pt x="38988" y="82531"/>
                  <a:pt x="41251" y="82531"/>
                </a:cubicBezTo>
                <a:cubicBezTo>
                  <a:pt x="43514" y="82531"/>
                  <a:pt x="45605" y="83619"/>
                  <a:pt x="46895" y="85453"/>
                </a:cubicBezTo>
                <a:lnTo>
                  <a:pt x="54457" y="96281"/>
                </a:lnTo>
                <a:lnTo>
                  <a:pt x="72046" y="67491"/>
                </a:lnTo>
                <a:cubicBezTo>
                  <a:pt x="73307" y="65458"/>
                  <a:pt x="75512" y="64197"/>
                  <a:pt x="77919" y="64197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32" name="Text 30"/>
          <p:cNvSpPr/>
          <p:nvPr/>
        </p:nvSpPr>
        <p:spPr>
          <a:xfrm>
            <a:off x="1188033" y="5522150"/>
            <a:ext cx="1393371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033" y="5742156"/>
            <a:ext cx="1375038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Pillow (PIL) Library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1353" y="5962162"/>
            <a:ext cx="573849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 image uploads, format validation, preprocessing for OCR, and temporary file storage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714423" y="5723822"/>
            <a:ext cx="220006" cy="220006"/>
          </a:xfrm>
          <a:custGeom>
            <a:avLst/>
            <a:gdLst/>
            <a:ahLst/>
            <a:cxnLst/>
            <a:rect l="l" t="t" r="r" b="b"/>
            <a:pathLst>
              <a:path w="220006" h="220006">
                <a:moveTo>
                  <a:pt x="110003" y="220006"/>
                </a:moveTo>
                <a:cubicBezTo>
                  <a:pt x="170715" y="220006"/>
                  <a:pt x="220006" y="170715"/>
                  <a:pt x="220006" y="110003"/>
                </a:cubicBezTo>
                <a:cubicBezTo>
                  <a:pt x="220006" y="49291"/>
                  <a:pt x="170715" y="0"/>
                  <a:pt x="110003" y="0"/>
                </a:cubicBezTo>
                <a:cubicBezTo>
                  <a:pt x="49291" y="0"/>
                  <a:pt x="0" y="49291"/>
                  <a:pt x="0" y="110003"/>
                </a:cubicBezTo>
                <a:cubicBezTo>
                  <a:pt x="0" y="170715"/>
                  <a:pt x="49291" y="220006"/>
                  <a:pt x="110003" y="220006"/>
                </a:cubicBezTo>
                <a:close/>
                <a:moveTo>
                  <a:pt x="146270" y="91397"/>
                </a:moveTo>
                <a:lnTo>
                  <a:pt x="111894" y="146399"/>
                </a:lnTo>
                <a:cubicBezTo>
                  <a:pt x="110089" y="149278"/>
                  <a:pt x="106995" y="151082"/>
                  <a:pt x="103600" y="151254"/>
                </a:cubicBezTo>
                <a:cubicBezTo>
                  <a:pt x="100206" y="151426"/>
                  <a:pt x="96940" y="149879"/>
                  <a:pt x="94921" y="147129"/>
                </a:cubicBezTo>
                <a:lnTo>
                  <a:pt x="74295" y="119628"/>
                </a:lnTo>
                <a:cubicBezTo>
                  <a:pt x="70857" y="115073"/>
                  <a:pt x="71803" y="108628"/>
                  <a:pt x="76358" y="105190"/>
                </a:cubicBezTo>
                <a:cubicBezTo>
                  <a:pt x="80912" y="101753"/>
                  <a:pt x="87358" y="102698"/>
                  <a:pt x="90795" y="107253"/>
                </a:cubicBezTo>
                <a:lnTo>
                  <a:pt x="102397" y="122722"/>
                </a:lnTo>
                <a:lnTo>
                  <a:pt x="128781" y="80483"/>
                </a:lnTo>
                <a:cubicBezTo>
                  <a:pt x="131789" y="75670"/>
                  <a:pt x="138148" y="74166"/>
                  <a:pt x="143004" y="77217"/>
                </a:cubicBezTo>
                <a:cubicBezTo>
                  <a:pt x="147860" y="80268"/>
                  <a:pt x="149320" y="86584"/>
                  <a:pt x="146270" y="9144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6" name="Shape 34"/>
          <p:cNvSpPr/>
          <p:nvPr/>
        </p:nvSpPr>
        <p:spPr>
          <a:xfrm>
            <a:off x="7302939" y="1470374"/>
            <a:ext cx="4517457" cy="2574070"/>
          </a:xfrm>
          <a:custGeom>
            <a:avLst/>
            <a:gdLst/>
            <a:ahLst/>
            <a:cxnLst/>
            <a:rect l="l" t="t" r="r" b="b"/>
            <a:pathLst>
              <a:path w="4517457" h="2574070">
                <a:moveTo>
                  <a:pt x="110016" y="0"/>
                </a:moveTo>
                <a:lnTo>
                  <a:pt x="4407441" y="0"/>
                </a:lnTo>
                <a:cubicBezTo>
                  <a:pt x="4468201" y="0"/>
                  <a:pt x="4517457" y="49256"/>
                  <a:pt x="4517457" y="110016"/>
                </a:cubicBezTo>
                <a:lnTo>
                  <a:pt x="4517457" y="2464055"/>
                </a:lnTo>
                <a:cubicBezTo>
                  <a:pt x="4517457" y="2524815"/>
                  <a:pt x="4468201" y="2574070"/>
                  <a:pt x="4407441" y="2574070"/>
                </a:cubicBezTo>
                <a:lnTo>
                  <a:pt x="110016" y="2574070"/>
                </a:lnTo>
                <a:cubicBezTo>
                  <a:pt x="49296" y="2574070"/>
                  <a:pt x="0" y="2524774"/>
                  <a:pt x="0" y="2464055"/>
                </a:cubicBezTo>
                <a:lnTo>
                  <a:pt x="0" y="110016"/>
                </a:lnTo>
                <a:cubicBezTo>
                  <a:pt x="0" y="49296"/>
                  <a:pt x="49296" y="0"/>
                  <a:pt x="110016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53277" y="1657381"/>
            <a:ext cx="183338" cy="146671"/>
          </a:xfrm>
          <a:custGeom>
            <a:avLst/>
            <a:gdLst/>
            <a:ahLst/>
            <a:cxnLst/>
            <a:rect l="l" t="t" r="r" b="b"/>
            <a:pathLst>
              <a:path w="183338" h="146671">
                <a:moveTo>
                  <a:pt x="119141" y="60301"/>
                </a:moveTo>
                <a:cubicBezTo>
                  <a:pt x="122636" y="59356"/>
                  <a:pt x="126303" y="61017"/>
                  <a:pt x="127878" y="64254"/>
                </a:cubicBezTo>
                <a:lnTo>
                  <a:pt x="133207" y="75025"/>
                </a:lnTo>
                <a:cubicBezTo>
                  <a:pt x="136157" y="75427"/>
                  <a:pt x="139051" y="76229"/>
                  <a:pt x="141772" y="77346"/>
                </a:cubicBezTo>
                <a:lnTo>
                  <a:pt x="151798" y="70671"/>
                </a:lnTo>
                <a:cubicBezTo>
                  <a:pt x="154806" y="68666"/>
                  <a:pt x="158788" y="69067"/>
                  <a:pt x="161338" y="71617"/>
                </a:cubicBezTo>
                <a:lnTo>
                  <a:pt x="166838" y="77117"/>
                </a:lnTo>
                <a:cubicBezTo>
                  <a:pt x="169387" y="79666"/>
                  <a:pt x="169788" y="83677"/>
                  <a:pt x="167783" y="86656"/>
                </a:cubicBezTo>
                <a:lnTo>
                  <a:pt x="161109" y="96654"/>
                </a:lnTo>
                <a:cubicBezTo>
                  <a:pt x="161653" y="98000"/>
                  <a:pt x="162140" y="99404"/>
                  <a:pt x="162541" y="100865"/>
                </a:cubicBezTo>
                <a:cubicBezTo>
                  <a:pt x="162942" y="102326"/>
                  <a:pt x="163200" y="103758"/>
                  <a:pt x="163400" y="105219"/>
                </a:cubicBezTo>
                <a:lnTo>
                  <a:pt x="174200" y="110547"/>
                </a:lnTo>
                <a:cubicBezTo>
                  <a:pt x="177437" y="112152"/>
                  <a:pt x="179099" y="115818"/>
                  <a:pt x="178153" y="119285"/>
                </a:cubicBezTo>
                <a:lnTo>
                  <a:pt x="176148" y="126790"/>
                </a:lnTo>
                <a:cubicBezTo>
                  <a:pt x="175203" y="130256"/>
                  <a:pt x="171966" y="132605"/>
                  <a:pt x="168356" y="132376"/>
                </a:cubicBezTo>
                <a:lnTo>
                  <a:pt x="156325" y="131603"/>
                </a:lnTo>
                <a:cubicBezTo>
                  <a:pt x="154520" y="133923"/>
                  <a:pt x="152429" y="136071"/>
                  <a:pt x="150051" y="137905"/>
                </a:cubicBezTo>
                <a:lnTo>
                  <a:pt x="150824" y="149908"/>
                </a:lnTo>
                <a:cubicBezTo>
                  <a:pt x="151054" y="153517"/>
                  <a:pt x="148705" y="156783"/>
                  <a:pt x="145238" y="157700"/>
                </a:cubicBezTo>
                <a:lnTo>
                  <a:pt x="137733" y="159705"/>
                </a:lnTo>
                <a:cubicBezTo>
                  <a:pt x="134238" y="160650"/>
                  <a:pt x="130600" y="158989"/>
                  <a:pt x="128996" y="155752"/>
                </a:cubicBezTo>
                <a:lnTo>
                  <a:pt x="123667" y="144981"/>
                </a:lnTo>
                <a:cubicBezTo>
                  <a:pt x="120717" y="144579"/>
                  <a:pt x="117824" y="143777"/>
                  <a:pt x="115102" y="142660"/>
                </a:cubicBezTo>
                <a:lnTo>
                  <a:pt x="105076" y="149335"/>
                </a:lnTo>
                <a:cubicBezTo>
                  <a:pt x="102068" y="151340"/>
                  <a:pt x="98086" y="150939"/>
                  <a:pt x="95536" y="148389"/>
                </a:cubicBezTo>
                <a:lnTo>
                  <a:pt x="90036" y="142889"/>
                </a:lnTo>
                <a:cubicBezTo>
                  <a:pt x="87487" y="140340"/>
                  <a:pt x="87086" y="136358"/>
                  <a:pt x="89091" y="133350"/>
                </a:cubicBezTo>
                <a:lnTo>
                  <a:pt x="95766" y="123324"/>
                </a:lnTo>
                <a:cubicBezTo>
                  <a:pt x="95221" y="121977"/>
                  <a:pt x="94734" y="120574"/>
                  <a:pt x="94333" y="119113"/>
                </a:cubicBezTo>
                <a:cubicBezTo>
                  <a:pt x="93932" y="117652"/>
                  <a:pt x="93674" y="116191"/>
                  <a:pt x="93474" y="114758"/>
                </a:cubicBezTo>
                <a:lnTo>
                  <a:pt x="82674" y="109430"/>
                </a:lnTo>
                <a:cubicBezTo>
                  <a:pt x="79437" y="107826"/>
                  <a:pt x="77804" y="104159"/>
                  <a:pt x="78721" y="100693"/>
                </a:cubicBezTo>
                <a:lnTo>
                  <a:pt x="80726" y="93187"/>
                </a:lnTo>
                <a:cubicBezTo>
                  <a:pt x="81672" y="89721"/>
                  <a:pt x="84909" y="87372"/>
                  <a:pt x="88518" y="87601"/>
                </a:cubicBezTo>
                <a:lnTo>
                  <a:pt x="100521" y="88375"/>
                </a:lnTo>
                <a:cubicBezTo>
                  <a:pt x="102326" y="86054"/>
                  <a:pt x="104417" y="83906"/>
                  <a:pt x="106795" y="82073"/>
                </a:cubicBezTo>
                <a:lnTo>
                  <a:pt x="106021" y="70098"/>
                </a:lnTo>
                <a:cubicBezTo>
                  <a:pt x="105792" y="66489"/>
                  <a:pt x="108141" y="63223"/>
                  <a:pt x="111607" y="62306"/>
                </a:cubicBezTo>
                <a:lnTo>
                  <a:pt x="119113" y="60301"/>
                </a:lnTo>
                <a:close/>
                <a:moveTo>
                  <a:pt x="128451" y="97398"/>
                </a:moveTo>
                <a:cubicBezTo>
                  <a:pt x="121495" y="97406"/>
                  <a:pt x="115853" y="103061"/>
                  <a:pt x="115861" y="110017"/>
                </a:cubicBezTo>
                <a:cubicBezTo>
                  <a:pt x="115869" y="116974"/>
                  <a:pt x="121523" y="122615"/>
                  <a:pt x="128480" y="122608"/>
                </a:cubicBezTo>
                <a:cubicBezTo>
                  <a:pt x="135437" y="122600"/>
                  <a:pt x="141078" y="116945"/>
                  <a:pt x="141070" y="109989"/>
                </a:cubicBezTo>
                <a:cubicBezTo>
                  <a:pt x="141062" y="103032"/>
                  <a:pt x="135408" y="97391"/>
                  <a:pt x="128451" y="97398"/>
                </a:cubicBezTo>
                <a:close/>
                <a:moveTo>
                  <a:pt x="64426" y="-13034"/>
                </a:moveTo>
                <a:lnTo>
                  <a:pt x="71932" y="-11029"/>
                </a:lnTo>
                <a:cubicBezTo>
                  <a:pt x="75398" y="-10084"/>
                  <a:pt x="77747" y="-6818"/>
                  <a:pt x="77518" y="-3237"/>
                </a:cubicBezTo>
                <a:lnTo>
                  <a:pt x="76744" y="8737"/>
                </a:lnTo>
                <a:cubicBezTo>
                  <a:pt x="79122" y="10571"/>
                  <a:pt x="81213" y="12690"/>
                  <a:pt x="83018" y="15039"/>
                </a:cubicBezTo>
                <a:lnTo>
                  <a:pt x="95049" y="14266"/>
                </a:lnTo>
                <a:cubicBezTo>
                  <a:pt x="98630" y="14037"/>
                  <a:pt x="101896" y="16386"/>
                  <a:pt x="102841" y="19852"/>
                </a:cubicBezTo>
                <a:lnTo>
                  <a:pt x="104847" y="27358"/>
                </a:lnTo>
                <a:cubicBezTo>
                  <a:pt x="105763" y="30824"/>
                  <a:pt x="104130" y="34491"/>
                  <a:pt x="100893" y="36095"/>
                </a:cubicBezTo>
                <a:lnTo>
                  <a:pt x="90094" y="41423"/>
                </a:lnTo>
                <a:cubicBezTo>
                  <a:pt x="89893" y="42884"/>
                  <a:pt x="89607" y="44345"/>
                  <a:pt x="89234" y="45777"/>
                </a:cubicBezTo>
                <a:cubicBezTo>
                  <a:pt x="88862" y="47210"/>
                  <a:pt x="88346" y="48642"/>
                  <a:pt x="87802" y="49988"/>
                </a:cubicBezTo>
                <a:lnTo>
                  <a:pt x="94477" y="60015"/>
                </a:lnTo>
                <a:cubicBezTo>
                  <a:pt x="96482" y="63023"/>
                  <a:pt x="96081" y="67004"/>
                  <a:pt x="93531" y="69554"/>
                </a:cubicBezTo>
                <a:lnTo>
                  <a:pt x="88031" y="75054"/>
                </a:lnTo>
                <a:cubicBezTo>
                  <a:pt x="85482" y="77604"/>
                  <a:pt x="81500" y="78005"/>
                  <a:pt x="78492" y="75999"/>
                </a:cubicBezTo>
                <a:lnTo>
                  <a:pt x="68465" y="69325"/>
                </a:lnTo>
                <a:cubicBezTo>
                  <a:pt x="65744" y="70442"/>
                  <a:pt x="62851" y="71244"/>
                  <a:pt x="59900" y="71645"/>
                </a:cubicBezTo>
                <a:lnTo>
                  <a:pt x="54572" y="82416"/>
                </a:lnTo>
                <a:cubicBezTo>
                  <a:pt x="52968" y="85653"/>
                  <a:pt x="49301" y="87286"/>
                  <a:pt x="45835" y="86370"/>
                </a:cubicBezTo>
                <a:lnTo>
                  <a:pt x="38329" y="84364"/>
                </a:lnTo>
                <a:cubicBezTo>
                  <a:pt x="34834" y="83419"/>
                  <a:pt x="32514" y="80153"/>
                  <a:pt x="32743" y="76572"/>
                </a:cubicBezTo>
                <a:lnTo>
                  <a:pt x="33517" y="64569"/>
                </a:lnTo>
                <a:cubicBezTo>
                  <a:pt x="31139" y="62736"/>
                  <a:pt x="29048" y="60616"/>
                  <a:pt x="27243" y="58267"/>
                </a:cubicBezTo>
                <a:lnTo>
                  <a:pt x="15211" y="59041"/>
                </a:lnTo>
                <a:cubicBezTo>
                  <a:pt x="11631" y="59270"/>
                  <a:pt x="8365" y="56921"/>
                  <a:pt x="7419" y="53455"/>
                </a:cubicBezTo>
                <a:lnTo>
                  <a:pt x="5414" y="45949"/>
                </a:lnTo>
                <a:cubicBezTo>
                  <a:pt x="4498" y="42483"/>
                  <a:pt x="6130" y="38816"/>
                  <a:pt x="9367" y="37212"/>
                </a:cubicBezTo>
                <a:lnTo>
                  <a:pt x="20167" y="31884"/>
                </a:lnTo>
                <a:cubicBezTo>
                  <a:pt x="20368" y="30423"/>
                  <a:pt x="20654" y="28990"/>
                  <a:pt x="21027" y="27529"/>
                </a:cubicBezTo>
                <a:cubicBezTo>
                  <a:pt x="21428" y="26068"/>
                  <a:pt x="21886" y="24665"/>
                  <a:pt x="22459" y="23318"/>
                </a:cubicBezTo>
                <a:lnTo>
                  <a:pt x="15784" y="13321"/>
                </a:lnTo>
                <a:cubicBezTo>
                  <a:pt x="13779" y="10313"/>
                  <a:pt x="14180" y="6331"/>
                  <a:pt x="16730" y="3781"/>
                </a:cubicBezTo>
                <a:lnTo>
                  <a:pt x="22230" y="-1719"/>
                </a:lnTo>
                <a:cubicBezTo>
                  <a:pt x="24779" y="-4268"/>
                  <a:pt x="28761" y="-4669"/>
                  <a:pt x="31769" y="-2664"/>
                </a:cubicBezTo>
                <a:lnTo>
                  <a:pt x="41795" y="4011"/>
                </a:lnTo>
                <a:cubicBezTo>
                  <a:pt x="44517" y="2893"/>
                  <a:pt x="47410" y="2091"/>
                  <a:pt x="50361" y="1690"/>
                </a:cubicBezTo>
                <a:lnTo>
                  <a:pt x="55689" y="-9081"/>
                </a:lnTo>
                <a:cubicBezTo>
                  <a:pt x="57293" y="-12318"/>
                  <a:pt x="60931" y="-13951"/>
                  <a:pt x="64426" y="-13034"/>
                </a:cubicBezTo>
                <a:close/>
                <a:moveTo>
                  <a:pt x="55116" y="24063"/>
                </a:moveTo>
                <a:cubicBezTo>
                  <a:pt x="48159" y="24063"/>
                  <a:pt x="42512" y="29711"/>
                  <a:pt x="42512" y="36668"/>
                </a:cubicBezTo>
                <a:cubicBezTo>
                  <a:pt x="42512" y="43624"/>
                  <a:pt x="48159" y="49272"/>
                  <a:pt x="55116" y="49272"/>
                </a:cubicBezTo>
                <a:cubicBezTo>
                  <a:pt x="62073" y="49272"/>
                  <a:pt x="67721" y="43624"/>
                  <a:pt x="67721" y="36668"/>
                </a:cubicBezTo>
                <a:cubicBezTo>
                  <a:pt x="67721" y="29711"/>
                  <a:pt x="62073" y="24063"/>
                  <a:pt x="55116" y="2406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8" name="Text 36"/>
          <p:cNvSpPr/>
          <p:nvPr/>
        </p:nvSpPr>
        <p:spPr>
          <a:xfrm>
            <a:off x="7636615" y="1620714"/>
            <a:ext cx="410677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Pipeline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453277" y="1987274"/>
            <a:ext cx="256674" cy="256674"/>
          </a:xfrm>
          <a:custGeom>
            <a:avLst/>
            <a:gdLst/>
            <a:ahLst/>
            <a:cxnLst/>
            <a:rect l="l" t="t" r="r" b="b"/>
            <a:pathLst>
              <a:path w="256674" h="256674">
                <a:moveTo>
                  <a:pt x="128337" y="0"/>
                </a:moveTo>
                <a:lnTo>
                  <a:pt x="128337" y="0"/>
                </a:lnTo>
                <a:cubicBezTo>
                  <a:pt x="199168" y="0"/>
                  <a:pt x="256674" y="57506"/>
                  <a:pt x="256674" y="128337"/>
                </a:cubicBezTo>
                <a:lnTo>
                  <a:pt x="256674" y="128337"/>
                </a:lnTo>
                <a:cubicBezTo>
                  <a:pt x="256674" y="199168"/>
                  <a:pt x="199168" y="256674"/>
                  <a:pt x="128337" y="256674"/>
                </a:cubicBezTo>
                <a:lnTo>
                  <a:pt x="128337" y="256674"/>
                </a:lnTo>
                <a:cubicBezTo>
                  <a:pt x="57506" y="256674"/>
                  <a:pt x="0" y="199168"/>
                  <a:pt x="0" y="128337"/>
                </a:cubicBezTo>
                <a:lnTo>
                  <a:pt x="0" y="128337"/>
                </a:lnTo>
                <a:cubicBezTo>
                  <a:pt x="0" y="57506"/>
                  <a:pt x="57506" y="0"/>
                  <a:pt x="12833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425776" y="1987274"/>
            <a:ext cx="31167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19953" y="1950723"/>
            <a:ext cx="391427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819953" y="2134061"/>
            <a:ext cx="390510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submits email screenshot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53277" y="2390502"/>
            <a:ext cx="256674" cy="256674"/>
          </a:xfrm>
          <a:custGeom>
            <a:avLst/>
            <a:gdLst/>
            <a:ahLst/>
            <a:cxnLst/>
            <a:rect l="l" t="t" r="r" b="b"/>
            <a:pathLst>
              <a:path w="256674" h="256674">
                <a:moveTo>
                  <a:pt x="128337" y="0"/>
                </a:moveTo>
                <a:lnTo>
                  <a:pt x="128337" y="0"/>
                </a:lnTo>
                <a:cubicBezTo>
                  <a:pt x="199168" y="0"/>
                  <a:pt x="256674" y="57506"/>
                  <a:pt x="256674" y="128337"/>
                </a:cubicBezTo>
                <a:lnTo>
                  <a:pt x="256674" y="128337"/>
                </a:lnTo>
                <a:cubicBezTo>
                  <a:pt x="256674" y="199168"/>
                  <a:pt x="199168" y="256674"/>
                  <a:pt x="128337" y="256674"/>
                </a:cubicBezTo>
                <a:lnTo>
                  <a:pt x="128337" y="256674"/>
                </a:lnTo>
                <a:cubicBezTo>
                  <a:pt x="57506" y="256674"/>
                  <a:pt x="0" y="199168"/>
                  <a:pt x="0" y="128337"/>
                </a:cubicBezTo>
                <a:lnTo>
                  <a:pt x="0" y="128337"/>
                </a:lnTo>
                <a:cubicBezTo>
                  <a:pt x="0" y="57506"/>
                  <a:pt x="57506" y="0"/>
                  <a:pt x="12833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425776" y="2390502"/>
            <a:ext cx="31167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819953" y="2353951"/>
            <a:ext cx="391427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OCR Extraction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819953" y="2537289"/>
            <a:ext cx="390510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Tesseract converts image to text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453277" y="2793734"/>
            <a:ext cx="256674" cy="256674"/>
          </a:xfrm>
          <a:custGeom>
            <a:avLst/>
            <a:gdLst/>
            <a:ahLst/>
            <a:cxnLst/>
            <a:rect l="l" t="t" r="r" b="b"/>
            <a:pathLst>
              <a:path w="256674" h="256674">
                <a:moveTo>
                  <a:pt x="128337" y="0"/>
                </a:moveTo>
                <a:lnTo>
                  <a:pt x="128337" y="0"/>
                </a:lnTo>
                <a:cubicBezTo>
                  <a:pt x="199168" y="0"/>
                  <a:pt x="256674" y="57506"/>
                  <a:pt x="256674" y="128337"/>
                </a:cubicBezTo>
                <a:lnTo>
                  <a:pt x="256674" y="128337"/>
                </a:lnTo>
                <a:cubicBezTo>
                  <a:pt x="256674" y="199168"/>
                  <a:pt x="199168" y="256674"/>
                  <a:pt x="128337" y="256674"/>
                </a:cubicBezTo>
                <a:lnTo>
                  <a:pt x="128337" y="256674"/>
                </a:lnTo>
                <a:cubicBezTo>
                  <a:pt x="57506" y="256674"/>
                  <a:pt x="0" y="199168"/>
                  <a:pt x="0" y="128337"/>
                </a:cubicBezTo>
                <a:lnTo>
                  <a:pt x="0" y="128337"/>
                </a:lnTo>
                <a:cubicBezTo>
                  <a:pt x="0" y="57506"/>
                  <a:pt x="57506" y="0"/>
                  <a:pt x="12833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425776" y="2793734"/>
            <a:ext cx="31167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819953" y="2757179"/>
            <a:ext cx="391427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Analysis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819953" y="2940517"/>
            <a:ext cx="390510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 for 10+ phishing indicators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453277" y="3196962"/>
            <a:ext cx="256674" cy="256674"/>
          </a:xfrm>
          <a:custGeom>
            <a:avLst/>
            <a:gdLst/>
            <a:ahLst/>
            <a:cxnLst/>
            <a:rect l="l" t="t" r="r" b="b"/>
            <a:pathLst>
              <a:path w="256674" h="256674">
                <a:moveTo>
                  <a:pt x="128337" y="0"/>
                </a:moveTo>
                <a:lnTo>
                  <a:pt x="128337" y="0"/>
                </a:lnTo>
                <a:cubicBezTo>
                  <a:pt x="199168" y="0"/>
                  <a:pt x="256674" y="57506"/>
                  <a:pt x="256674" y="128337"/>
                </a:cubicBezTo>
                <a:lnTo>
                  <a:pt x="256674" y="128337"/>
                </a:lnTo>
                <a:cubicBezTo>
                  <a:pt x="256674" y="199168"/>
                  <a:pt x="199168" y="256674"/>
                  <a:pt x="128337" y="256674"/>
                </a:cubicBezTo>
                <a:lnTo>
                  <a:pt x="128337" y="256674"/>
                </a:lnTo>
                <a:cubicBezTo>
                  <a:pt x="57506" y="256674"/>
                  <a:pt x="0" y="199168"/>
                  <a:pt x="0" y="128337"/>
                </a:cubicBezTo>
                <a:lnTo>
                  <a:pt x="0" y="128337"/>
                </a:lnTo>
                <a:cubicBezTo>
                  <a:pt x="0" y="57506"/>
                  <a:pt x="57506" y="0"/>
                  <a:pt x="12833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425776" y="3196962"/>
            <a:ext cx="31167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819953" y="3160411"/>
            <a:ext cx="391427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Calculation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819953" y="3343749"/>
            <a:ext cx="390510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0-100% risk score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453277" y="3600195"/>
            <a:ext cx="256674" cy="256674"/>
          </a:xfrm>
          <a:custGeom>
            <a:avLst/>
            <a:gdLst/>
            <a:ahLst/>
            <a:cxnLst/>
            <a:rect l="l" t="t" r="r" b="b"/>
            <a:pathLst>
              <a:path w="256674" h="256674">
                <a:moveTo>
                  <a:pt x="128337" y="0"/>
                </a:moveTo>
                <a:lnTo>
                  <a:pt x="128337" y="0"/>
                </a:lnTo>
                <a:cubicBezTo>
                  <a:pt x="199168" y="0"/>
                  <a:pt x="256674" y="57506"/>
                  <a:pt x="256674" y="128337"/>
                </a:cubicBezTo>
                <a:lnTo>
                  <a:pt x="256674" y="128337"/>
                </a:lnTo>
                <a:cubicBezTo>
                  <a:pt x="256674" y="199168"/>
                  <a:pt x="199168" y="256674"/>
                  <a:pt x="128337" y="256674"/>
                </a:cubicBezTo>
                <a:lnTo>
                  <a:pt x="128337" y="256674"/>
                </a:lnTo>
                <a:cubicBezTo>
                  <a:pt x="57506" y="256674"/>
                  <a:pt x="0" y="199168"/>
                  <a:pt x="0" y="128337"/>
                </a:cubicBezTo>
                <a:lnTo>
                  <a:pt x="0" y="128337"/>
                </a:lnTo>
                <a:cubicBezTo>
                  <a:pt x="0" y="57506"/>
                  <a:pt x="57506" y="0"/>
                  <a:pt x="12833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425776" y="3600195"/>
            <a:ext cx="31167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6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7819953" y="3563639"/>
            <a:ext cx="391427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Display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819953" y="3746977"/>
            <a:ext cx="3905107" cy="1466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6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feedback with indicators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02939" y="4197876"/>
            <a:ext cx="4517457" cy="2289896"/>
          </a:xfrm>
          <a:custGeom>
            <a:avLst/>
            <a:gdLst/>
            <a:ahLst/>
            <a:cxnLst/>
            <a:rect l="l" t="t" r="r" b="b"/>
            <a:pathLst>
              <a:path w="4517457" h="2289896">
                <a:moveTo>
                  <a:pt x="110007" y="0"/>
                </a:moveTo>
                <a:lnTo>
                  <a:pt x="4407450" y="0"/>
                </a:lnTo>
                <a:cubicBezTo>
                  <a:pt x="4468205" y="0"/>
                  <a:pt x="4517457" y="49252"/>
                  <a:pt x="4517457" y="110007"/>
                </a:cubicBezTo>
                <a:lnTo>
                  <a:pt x="4517457" y="2179889"/>
                </a:lnTo>
                <a:cubicBezTo>
                  <a:pt x="4517457" y="2240644"/>
                  <a:pt x="4468205" y="2289896"/>
                  <a:pt x="4407450" y="2289896"/>
                </a:cubicBezTo>
                <a:lnTo>
                  <a:pt x="110007" y="2289896"/>
                </a:lnTo>
                <a:cubicBezTo>
                  <a:pt x="49252" y="2289896"/>
                  <a:pt x="0" y="2240644"/>
                  <a:pt x="0" y="2179889"/>
                </a:cubicBezTo>
                <a:lnTo>
                  <a:pt x="0" y="110007"/>
                </a:lnTo>
                <a:cubicBezTo>
                  <a:pt x="0" y="49292"/>
                  <a:pt x="49292" y="0"/>
                  <a:pt x="110007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80777" y="4384879"/>
            <a:ext cx="128337" cy="146671"/>
          </a:xfrm>
          <a:custGeom>
            <a:avLst/>
            <a:gdLst/>
            <a:ahLst/>
            <a:cxnLst/>
            <a:rect l="l" t="t" r="r" b="b"/>
            <a:pathLst>
              <a:path w="128337" h="146671">
                <a:moveTo>
                  <a:pt x="97055" y="-2836"/>
                </a:moveTo>
                <a:cubicBezTo>
                  <a:pt x="100464" y="-372"/>
                  <a:pt x="101724" y="4096"/>
                  <a:pt x="100177" y="7992"/>
                </a:cubicBezTo>
                <a:lnTo>
                  <a:pt x="77718" y="64168"/>
                </a:lnTo>
                <a:lnTo>
                  <a:pt x="119170" y="64168"/>
                </a:lnTo>
                <a:cubicBezTo>
                  <a:pt x="123037" y="64168"/>
                  <a:pt x="126475" y="66575"/>
                  <a:pt x="127793" y="70213"/>
                </a:cubicBezTo>
                <a:cubicBezTo>
                  <a:pt x="129110" y="73851"/>
                  <a:pt x="127993" y="77919"/>
                  <a:pt x="125042" y="80382"/>
                </a:cubicBezTo>
                <a:lnTo>
                  <a:pt x="42540" y="149134"/>
                </a:lnTo>
                <a:cubicBezTo>
                  <a:pt x="39303" y="151827"/>
                  <a:pt x="34691" y="151970"/>
                  <a:pt x="31282" y="149507"/>
                </a:cubicBezTo>
                <a:cubicBezTo>
                  <a:pt x="27873" y="147043"/>
                  <a:pt x="26613" y="142574"/>
                  <a:pt x="28160" y="138678"/>
                </a:cubicBezTo>
                <a:lnTo>
                  <a:pt x="50619" y="82502"/>
                </a:lnTo>
                <a:lnTo>
                  <a:pt x="9167" y="82502"/>
                </a:lnTo>
                <a:cubicBezTo>
                  <a:pt x="5300" y="82502"/>
                  <a:pt x="1862" y="80096"/>
                  <a:pt x="544" y="76458"/>
                </a:cubicBezTo>
                <a:cubicBezTo>
                  <a:pt x="-773" y="72820"/>
                  <a:pt x="344" y="68752"/>
                  <a:pt x="3294" y="66288"/>
                </a:cubicBezTo>
                <a:lnTo>
                  <a:pt x="85797" y="-2464"/>
                </a:lnTo>
                <a:cubicBezTo>
                  <a:pt x="89034" y="-5156"/>
                  <a:pt x="93646" y="-5300"/>
                  <a:pt x="97055" y="-283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1" name="Text 59"/>
          <p:cNvSpPr/>
          <p:nvPr/>
        </p:nvSpPr>
        <p:spPr>
          <a:xfrm>
            <a:off x="7636615" y="4348212"/>
            <a:ext cx="4106779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473902" y="4714888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3" name="Text 61"/>
          <p:cNvSpPr/>
          <p:nvPr/>
        </p:nvSpPr>
        <p:spPr>
          <a:xfrm>
            <a:off x="7664116" y="4678221"/>
            <a:ext cx="1925053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analysis (2-3 seconds)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473902" y="4971562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5" name="Text 63"/>
          <p:cNvSpPr/>
          <p:nvPr/>
        </p:nvSpPr>
        <p:spPr>
          <a:xfrm>
            <a:off x="7664116" y="4934894"/>
            <a:ext cx="1521708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Drag-and-drop file upload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473902" y="5228236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7" name="Text 65"/>
          <p:cNvSpPr/>
          <p:nvPr/>
        </p:nvSpPr>
        <p:spPr>
          <a:xfrm>
            <a:off x="7664116" y="5191568"/>
            <a:ext cx="1677546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scanning progress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7473902" y="5484909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9" name="Text 67"/>
          <p:cNvSpPr/>
          <p:nvPr/>
        </p:nvSpPr>
        <p:spPr>
          <a:xfrm>
            <a:off x="7664116" y="5448242"/>
            <a:ext cx="1723380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Color-coded risk visualization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73902" y="5741583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1" name="Text 69"/>
          <p:cNvSpPr/>
          <p:nvPr/>
        </p:nvSpPr>
        <p:spPr>
          <a:xfrm>
            <a:off x="7664116" y="5704915"/>
            <a:ext cx="1595044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Highlighted suspicious text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7473902" y="5998257"/>
            <a:ext cx="96253" cy="110003"/>
          </a:xfrm>
          <a:custGeom>
            <a:avLst/>
            <a:gdLst/>
            <a:ahLst/>
            <a:cxnLst/>
            <a:rect l="l" t="t" r="r" b="b"/>
            <a:pathLst>
              <a:path w="96253" h="110003">
                <a:moveTo>
                  <a:pt x="93417" y="15061"/>
                </a:moveTo>
                <a:cubicBezTo>
                  <a:pt x="96489" y="17295"/>
                  <a:pt x="97176" y="21592"/>
                  <a:pt x="94942" y="24665"/>
                </a:cubicBezTo>
                <a:lnTo>
                  <a:pt x="39941" y="100292"/>
                </a:lnTo>
                <a:cubicBezTo>
                  <a:pt x="38759" y="101925"/>
                  <a:pt x="36933" y="102934"/>
                  <a:pt x="34913" y="103106"/>
                </a:cubicBezTo>
                <a:cubicBezTo>
                  <a:pt x="32893" y="103278"/>
                  <a:pt x="30938" y="102526"/>
                  <a:pt x="29520" y="101108"/>
                </a:cubicBezTo>
                <a:lnTo>
                  <a:pt x="2020" y="73607"/>
                </a:lnTo>
                <a:cubicBezTo>
                  <a:pt x="-666" y="70922"/>
                  <a:pt x="-666" y="66560"/>
                  <a:pt x="2020" y="63875"/>
                </a:cubicBezTo>
                <a:cubicBezTo>
                  <a:pt x="4705" y="61189"/>
                  <a:pt x="9067" y="61189"/>
                  <a:pt x="11752" y="63875"/>
                </a:cubicBezTo>
                <a:lnTo>
                  <a:pt x="33560" y="85682"/>
                </a:lnTo>
                <a:lnTo>
                  <a:pt x="83834" y="16565"/>
                </a:lnTo>
                <a:cubicBezTo>
                  <a:pt x="86069" y="13493"/>
                  <a:pt x="90366" y="12805"/>
                  <a:pt x="93438" y="1503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3" name="Text 71"/>
          <p:cNvSpPr/>
          <p:nvPr/>
        </p:nvSpPr>
        <p:spPr>
          <a:xfrm>
            <a:off x="7664116" y="5961589"/>
            <a:ext cx="1246701" cy="183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tip cards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126" y="366126"/>
            <a:ext cx="11532973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spc="5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TECHNOLOGY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6126" y="659027"/>
            <a:ext cx="11624505" cy="3661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Technology Stack &amp; Project Structure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9787" y="1175265"/>
            <a:ext cx="5645665" cy="5673124"/>
          </a:xfrm>
          <a:custGeom>
            <a:avLst/>
            <a:gdLst/>
            <a:ahLst/>
            <a:cxnLst/>
            <a:rect l="l" t="t" r="r" b="b"/>
            <a:pathLst>
              <a:path w="5645665" h="5673124">
                <a:moveTo>
                  <a:pt x="109865" y="0"/>
                </a:moveTo>
                <a:lnTo>
                  <a:pt x="5535800" y="0"/>
                </a:lnTo>
                <a:cubicBezTo>
                  <a:pt x="5596477" y="0"/>
                  <a:pt x="5645665" y="49188"/>
                  <a:pt x="5645665" y="109865"/>
                </a:cubicBezTo>
                <a:lnTo>
                  <a:pt x="5645665" y="5563260"/>
                </a:lnTo>
                <a:cubicBezTo>
                  <a:pt x="5645665" y="5623936"/>
                  <a:pt x="5596477" y="5673124"/>
                  <a:pt x="5535800" y="5673124"/>
                </a:cubicBezTo>
                <a:lnTo>
                  <a:pt x="109865" y="5673124"/>
                </a:lnTo>
                <a:cubicBezTo>
                  <a:pt x="49188" y="5673124"/>
                  <a:pt x="0" y="5623936"/>
                  <a:pt x="0" y="5563260"/>
                </a:cubicBezTo>
                <a:lnTo>
                  <a:pt x="0" y="109865"/>
                </a:lnTo>
                <a:cubicBezTo>
                  <a:pt x="0" y="49229"/>
                  <a:pt x="49229" y="0"/>
                  <a:pt x="109865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9395" y="1407758"/>
            <a:ext cx="164757" cy="164757"/>
          </a:xfrm>
          <a:custGeom>
            <a:avLst/>
            <a:gdLst/>
            <a:ahLst/>
            <a:cxnLst/>
            <a:rect l="l" t="t" r="r" b="b"/>
            <a:pathLst>
              <a:path w="164757" h="164757">
                <a:moveTo>
                  <a:pt x="74816" y="1673"/>
                </a:moveTo>
                <a:cubicBezTo>
                  <a:pt x="79611" y="-547"/>
                  <a:pt x="85146" y="-547"/>
                  <a:pt x="89940" y="1673"/>
                </a:cubicBezTo>
                <a:lnTo>
                  <a:pt x="160284" y="34174"/>
                </a:lnTo>
                <a:cubicBezTo>
                  <a:pt x="163019" y="35429"/>
                  <a:pt x="164757" y="38164"/>
                  <a:pt x="164757" y="41189"/>
                </a:cubicBezTo>
                <a:cubicBezTo>
                  <a:pt x="164757" y="44214"/>
                  <a:pt x="163019" y="46949"/>
                  <a:pt x="160284" y="48204"/>
                </a:cubicBezTo>
                <a:lnTo>
                  <a:pt x="89940" y="80705"/>
                </a:lnTo>
                <a:cubicBezTo>
                  <a:pt x="85146" y="82925"/>
                  <a:pt x="79611" y="82925"/>
                  <a:pt x="74816" y="80705"/>
                </a:cubicBezTo>
                <a:lnTo>
                  <a:pt x="4473" y="48204"/>
                </a:lnTo>
                <a:cubicBezTo>
                  <a:pt x="1738" y="46917"/>
                  <a:pt x="0" y="44182"/>
                  <a:pt x="0" y="41189"/>
                </a:cubicBezTo>
                <a:cubicBezTo>
                  <a:pt x="0" y="38197"/>
                  <a:pt x="1738" y="35429"/>
                  <a:pt x="4473" y="34174"/>
                </a:cubicBezTo>
                <a:lnTo>
                  <a:pt x="74816" y="1673"/>
                </a:lnTo>
                <a:close/>
                <a:moveTo>
                  <a:pt x="15478" y="70279"/>
                </a:moveTo>
                <a:lnTo>
                  <a:pt x="68348" y="94703"/>
                </a:lnTo>
                <a:cubicBezTo>
                  <a:pt x="77262" y="98822"/>
                  <a:pt x="87527" y="98822"/>
                  <a:pt x="96441" y="94703"/>
                </a:cubicBezTo>
                <a:lnTo>
                  <a:pt x="149311" y="70279"/>
                </a:lnTo>
                <a:lnTo>
                  <a:pt x="160284" y="75363"/>
                </a:lnTo>
                <a:cubicBezTo>
                  <a:pt x="163019" y="76618"/>
                  <a:pt x="164757" y="79354"/>
                  <a:pt x="164757" y="82378"/>
                </a:cubicBezTo>
                <a:cubicBezTo>
                  <a:pt x="164757" y="85403"/>
                  <a:pt x="163019" y="88138"/>
                  <a:pt x="160284" y="89393"/>
                </a:cubicBezTo>
                <a:lnTo>
                  <a:pt x="89940" y="121894"/>
                </a:lnTo>
                <a:cubicBezTo>
                  <a:pt x="85146" y="124115"/>
                  <a:pt x="79611" y="124115"/>
                  <a:pt x="74816" y="121894"/>
                </a:cubicBezTo>
                <a:lnTo>
                  <a:pt x="4473" y="89393"/>
                </a:lnTo>
                <a:cubicBezTo>
                  <a:pt x="1738" y="88106"/>
                  <a:pt x="0" y="85371"/>
                  <a:pt x="0" y="82378"/>
                </a:cubicBezTo>
                <a:cubicBezTo>
                  <a:pt x="0" y="79386"/>
                  <a:pt x="1738" y="76618"/>
                  <a:pt x="4473" y="75363"/>
                </a:cubicBezTo>
                <a:lnTo>
                  <a:pt x="15446" y="70279"/>
                </a:lnTo>
                <a:close/>
                <a:moveTo>
                  <a:pt x="4473" y="116553"/>
                </a:moveTo>
                <a:lnTo>
                  <a:pt x="15446" y="111468"/>
                </a:lnTo>
                <a:lnTo>
                  <a:pt x="68316" y="135892"/>
                </a:lnTo>
                <a:cubicBezTo>
                  <a:pt x="77230" y="140011"/>
                  <a:pt x="87495" y="140011"/>
                  <a:pt x="96408" y="135892"/>
                </a:cubicBezTo>
                <a:lnTo>
                  <a:pt x="149279" y="111468"/>
                </a:lnTo>
                <a:lnTo>
                  <a:pt x="160252" y="116553"/>
                </a:lnTo>
                <a:cubicBezTo>
                  <a:pt x="162987" y="117808"/>
                  <a:pt x="164725" y="120543"/>
                  <a:pt x="164725" y="123568"/>
                </a:cubicBezTo>
                <a:cubicBezTo>
                  <a:pt x="164725" y="126592"/>
                  <a:pt x="162987" y="129328"/>
                  <a:pt x="160252" y="130583"/>
                </a:cubicBezTo>
                <a:lnTo>
                  <a:pt x="89908" y="163083"/>
                </a:lnTo>
                <a:cubicBezTo>
                  <a:pt x="85114" y="165304"/>
                  <a:pt x="79579" y="165304"/>
                  <a:pt x="74784" y="163083"/>
                </a:cubicBezTo>
                <a:lnTo>
                  <a:pt x="4473" y="130583"/>
                </a:lnTo>
                <a:cubicBezTo>
                  <a:pt x="1738" y="129295"/>
                  <a:pt x="0" y="126560"/>
                  <a:pt x="0" y="123568"/>
                </a:cubicBezTo>
                <a:cubicBezTo>
                  <a:pt x="0" y="120575"/>
                  <a:pt x="1738" y="117808"/>
                  <a:pt x="4473" y="11655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" name="Text 4"/>
          <p:cNvSpPr/>
          <p:nvPr/>
        </p:nvSpPr>
        <p:spPr>
          <a:xfrm>
            <a:off x="767034" y="1361992"/>
            <a:ext cx="5144072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Technologies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60173" y="1768392"/>
            <a:ext cx="5270386" cy="959250"/>
          </a:xfrm>
          <a:custGeom>
            <a:avLst/>
            <a:gdLst/>
            <a:ahLst/>
            <a:cxnLst/>
            <a:rect l="l" t="t" r="r" b="b"/>
            <a:pathLst>
              <a:path w="5270386" h="959250">
                <a:moveTo>
                  <a:pt x="73229" y="0"/>
                </a:moveTo>
                <a:lnTo>
                  <a:pt x="5197156" y="0"/>
                </a:lnTo>
                <a:cubicBezTo>
                  <a:pt x="5237600" y="0"/>
                  <a:pt x="5270386" y="32786"/>
                  <a:pt x="5270386" y="73229"/>
                </a:cubicBezTo>
                <a:lnTo>
                  <a:pt x="5270386" y="886021"/>
                </a:lnTo>
                <a:cubicBezTo>
                  <a:pt x="5270386" y="926465"/>
                  <a:pt x="5237600" y="959250"/>
                  <a:pt x="5197156" y="959250"/>
                </a:cubicBezTo>
                <a:lnTo>
                  <a:pt x="73229" y="959250"/>
                </a:lnTo>
                <a:cubicBezTo>
                  <a:pt x="32786" y="959250"/>
                  <a:pt x="0" y="926465"/>
                  <a:pt x="0" y="886021"/>
                </a:cubicBezTo>
                <a:lnTo>
                  <a:pt x="0" y="73229"/>
                </a:lnTo>
                <a:cubicBezTo>
                  <a:pt x="0" y="32786"/>
                  <a:pt x="32786" y="0"/>
                  <a:pt x="73229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3672" y="1881889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73227" y="0"/>
                </a:moveTo>
                <a:lnTo>
                  <a:pt x="366125" y="0"/>
                </a:lnTo>
                <a:cubicBezTo>
                  <a:pt x="406567" y="0"/>
                  <a:pt x="439351" y="32785"/>
                  <a:pt x="439351" y="73227"/>
                </a:cubicBezTo>
                <a:lnTo>
                  <a:pt x="439351" y="366125"/>
                </a:lnTo>
                <a:cubicBezTo>
                  <a:pt x="439351" y="406567"/>
                  <a:pt x="406567" y="439351"/>
                  <a:pt x="366125" y="439351"/>
                </a:cubicBezTo>
                <a:lnTo>
                  <a:pt x="73227" y="439351"/>
                </a:lnTo>
                <a:cubicBezTo>
                  <a:pt x="32785" y="439351"/>
                  <a:pt x="0" y="406567"/>
                  <a:pt x="0" y="366125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97240" y="1991727"/>
            <a:ext cx="192216" cy="219676"/>
          </a:xfrm>
          <a:custGeom>
            <a:avLst/>
            <a:gdLst/>
            <a:ahLst/>
            <a:cxnLst/>
            <a:rect l="l" t="t" r="r" b="b"/>
            <a:pathLst>
              <a:path w="192216" h="219676">
                <a:moveTo>
                  <a:pt x="188698" y="86025"/>
                </a:moveTo>
                <a:cubicBezTo>
                  <a:pt x="185394" y="72768"/>
                  <a:pt x="179130" y="62771"/>
                  <a:pt x="165786" y="62771"/>
                </a:cubicBezTo>
                <a:lnTo>
                  <a:pt x="148581" y="62771"/>
                </a:lnTo>
                <a:lnTo>
                  <a:pt x="148581" y="83108"/>
                </a:lnTo>
                <a:cubicBezTo>
                  <a:pt x="148581" y="98897"/>
                  <a:pt x="135195" y="112198"/>
                  <a:pt x="119921" y="112198"/>
                </a:cubicBezTo>
                <a:lnTo>
                  <a:pt x="74098" y="112198"/>
                </a:lnTo>
                <a:cubicBezTo>
                  <a:pt x="61569" y="112198"/>
                  <a:pt x="51186" y="122924"/>
                  <a:pt x="51186" y="135495"/>
                </a:cubicBezTo>
                <a:lnTo>
                  <a:pt x="51186" y="179173"/>
                </a:lnTo>
                <a:cubicBezTo>
                  <a:pt x="51186" y="191616"/>
                  <a:pt x="61998" y="198909"/>
                  <a:pt x="74098" y="202471"/>
                </a:cubicBezTo>
                <a:cubicBezTo>
                  <a:pt x="88600" y="206718"/>
                  <a:pt x="102544" y="207491"/>
                  <a:pt x="119921" y="202471"/>
                </a:cubicBezTo>
                <a:cubicBezTo>
                  <a:pt x="131462" y="199124"/>
                  <a:pt x="142832" y="192388"/>
                  <a:pt x="142832" y="179173"/>
                </a:cubicBezTo>
                <a:lnTo>
                  <a:pt x="142832" y="161710"/>
                </a:lnTo>
                <a:lnTo>
                  <a:pt x="97052" y="161710"/>
                </a:lnTo>
                <a:lnTo>
                  <a:pt x="97052" y="155875"/>
                </a:lnTo>
                <a:lnTo>
                  <a:pt x="165786" y="155875"/>
                </a:lnTo>
                <a:cubicBezTo>
                  <a:pt x="179130" y="155875"/>
                  <a:pt x="184064" y="146565"/>
                  <a:pt x="188698" y="132621"/>
                </a:cubicBezTo>
                <a:cubicBezTo>
                  <a:pt x="193503" y="118247"/>
                  <a:pt x="193289" y="104432"/>
                  <a:pt x="188698" y="86025"/>
                </a:cubicBezTo>
                <a:close/>
                <a:moveTo>
                  <a:pt x="122795" y="190800"/>
                </a:moveTo>
                <a:cubicBezTo>
                  <a:pt x="119530" y="191029"/>
                  <a:pt x="116409" y="189417"/>
                  <a:pt x="114707" y="186621"/>
                </a:cubicBezTo>
                <a:cubicBezTo>
                  <a:pt x="113005" y="183825"/>
                  <a:pt x="113005" y="180313"/>
                  <a:pt x="114707" y="177517"/>
                </a:cubicBezTo>
                <a:cubicBezTo>
                  <a:pt x="116409" y="174721"/>
                  <a:pt x="119530" y="173109"/>
                  <a:pt x="122795" y="173338"/>
                </a:cubicBezTo>
                <a:cubicBezTo>
                  <a:pt x="126061" y="173109"/>
                  <a:pt x="129181" y="174721"/>
                  <a:pt x="130884" y="177517"/>
                </a:cubicBezTo>
                <a:cubicBezTo>
                  <a:pt x="132586" y="180313"/>
                  <a:pt x="132586" y="183825"/>
                  <a:pt x="130884" y="186621"/>
                </a:cubicBezTo>
                <a:cubicBezTo>
                  <a:pt x="129181" y="189417"/>
                  <a:pt x="126061" y="191029"/>
                  <a:pt x="122795" y="190800"/>
                </a:cubicBezTo>
                <a:close/>
                <a:moveTo>
                  <a:pt x="71995" y="106448"/>
                </a:moveTo>
                <a:lnTo>
                  <a:pt x="117818" y="106448"/>
                </a:lnTo>
                <a:cubicBezTo>
                  <a:pt x="130561" y="106448"/>
                  <a:pt x="140730" y="95936"/>
                  <a:pt x="140730" y="83151"/>
                </a:cubicBezTo>
                <a:lnTo>
                  <a:pt x="140730" y="39430"/>
                </a:lnTo>
                <a:cubicBezTo>
                  <a:pt x="140730" y="26988"/>
                  <a:pt x="130261" y="17677"/>
                  <a:pt x="117818" y="15575"/>
                </a:cubicBezTo>
                <a:cubicBezTo>
                  <a:pt x="102458" y="13043"/>
                  <a:pt x="85768" y="13172"/>
                  <a:pt x="71995" y="15618"/>
                </a:cubicBezTo>
                <a:cubicBezTo>
                  <a:pt x="52602" y="19050"/>
                  <a:pt x="49084" y="26215"/>
                  <a:pt x="49084" y="39473"/>
                </a:cubicBezTo>
                <a:lnTo>
                  <a:pt x="49084" y="56935"/>
                </a:lnTo>
                <a:lnTo>
                  <a:pt x="94950" y="56935"/>
                </a:lnTo>
                <a:lnTo>
                  <a:pt x="94950" y="62771"/>
                </a:lnTo>
                <a:lnTo>
                  <a:pt x="31879" y="62771"/>
                </a:lnTo>
                <a:cubicBezTo>
                  <a:pt x="18535" y="62771"/>
                  <a:pt x="6865" y="70794"/>
                  <a:pt x="3218" y="86025"/>
                </a:cubicBezTo>
                <a:cubicBezTo>
                  <a:pt x="-987" y="103488"/>
                  <a:pt x="-1158" y="114386"/>
                  <a:pt x="3218" y="132621"/>
                </a:cubicBezTo>
                <a:cubicBezTo>
                  <a:pt x="6479" y="146179"/>
                  <a:pt x="14245" y="155875"/>
                  <a:pt x="27588" y="155875"/>
                </a:cubicBezTo>
                <a:lnTo>
                  <a:pt x="43334" y="155875"/>
                </a:lnTo>
                <a:lnTo>
                  <a:pt x="43334" y="134938"/>
                </a:lnTo>
                <a:cubicBezTo>
                  <a:pt x="43334" y="119792"/>
                  <a:pt x="56421" y="106448"/>
                  <a:pt x="71995" y="106448"/>
                </a:cubicBezTo>
                <a:close/>
                <a:moveTo>
                  <a:pt x="69164" y="27760"/>
                </a:moveTo>
                <a:cubicBezTo>
                  <a:pt x="73994" y="27760"/>
                  <a:pt x="77916" y="31682"/>
                  <a:pt x="77916" y="36513"/>
                </a:cubicBezTo>
                <a:cubicBezTo>
                  <a:pt x="77916" y="41343"/>
                  <a:pt x="73994" y="45265"/>
                  <a:pt x="69164" y="45265"/>
                </a:cubicBezTo>
                <a:cubicBezTo>
                  <a:pt x="64333" y="45265"/>
                  <a:pt x="60411" y="41343"/>
                  <a:pt x="60411" y="36513"/>
                </a:cubicBezTo>
                <a:cubicBezTo>
                  <a:pt x="60411" y="31682"/>
                  <a:pt x="64333" y="27760"/>
                  <a:pt x="69164" y="2776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0" name="Text 8"/>
          <p:cNvSpPr/>
          <p:nvPr/>
        </p:nvSpPr>
        <p:spPr>
          <a:xfrm>
            <a:off x="1259474" y="1881889"/>
            <a:ext cx="453081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3.10+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59474" y="2138177"/>
            <a:ext cx="452165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programming language with extensive security libraries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59474" y="2394466"/>
            <a:ext cx="604108" cy="219676"/>
          </a:xfrm>
          <a:custGeom>
            <a:avLst/>
            <a:gdLst/>
            <a:ahLst/>
            <a:cxnLst/>
            <a:rect l="l" t="t" r="r" b="b"/>
            <a:pathLst>
              <a:path w="604108" h="219676">
                <a:moveTo>
                  <a:pt x="36613" y="0"/>
                </a:moveTo>
                <a:lnTo>
                  <a:pt x="567495" y="0"/>
                </a:lnTo>
                <a:cubicBezTo>
                  <a:pt x="587716" y="0"/>
                  <a:pt x="604108" y="16392"/>
                  <a:pt x="604108" y="36613"/>
                </a:cubicBezTo>
                <a:lnTo>
                  <a:pt x="604108" y="183062"/>
                </a:lnTo>
                <a:cubicBezTo>
                  <a:pt x="604108" y="203283"/>
                  <a:pt x="587716" y="219676"/>
                  <a:pt x="567495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259474" y="2394466"/>
            <a:ext cx="659027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40583" y="2394466"/>
            <a:ext cx="475964" cy="219676"/>
          </a:xfrm>
          <a:custGeom>
            <a:avLst/>
            <a:gdLst/>
            <a:ahLst/>
            <a:cxnLst/>
            <a:rect l="l" t="t" r="r" b="b"/>
            <a:pathLst>
              <a:path w="475964" h="219676">
                <a:moveTo>
                  <a:pt x="36613" y="0"/>
                </a:moveTo>
                <a:lnTo>
                  <a:pt x="439351" y="0"/>
                </a:lnTo>
                <a:cubicBezTo>
                  <a:pt x="459572" y="0"/>
                  <a:pt x="475964" y="16392"/>
                  <a:pt x="475964" y="36613"/>
                </a:cubicBezTo>
                <a:lnTo>
                  <a:pt x="475964" y="183062"/>
                </a:lnTo>
                <a:cubicBezTo>
                  <a:pt x="475964" y="203283"/>
                  <a:pt x="459572" y="219676"/>
                  <a:pt x="439351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940583" y="2394466"/>
            <a:ext cx="530883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AI/ML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0173" y="2844687"/>
            <a:ext cx="5270386" cy="959250"/>
          </a:xfrm>
          <a:custGeom>
            <a:avLst/>
            <a:gdLst/>
            <a:ahLst/>
            <a:cxnLst/>
            <a:rect l="l" t="t" r="r" b="b"/>
            <a:pathLst>
              <a:path w="5270386" h="959250">
                <a:moveTo>
                  <a:pt x="73229" y="0"/>
                </a:moveTo>
                <a:lnTo>
                  <a:pt x="5197156" y="0"/>
                </a:lnTo>
                <a:cubicBezTo>
                  <a:pt x="5237600" y="0"/>
                  <a:pt x="5270386" y="32786"/>
                  <a:pt x="5270386" y="73229"/>
                </a:cubicBezTo>
                <a:lnTo>
                  <a:pt x="5270386" y="886021"/>
                </a:lnTo>
                <a:cubicBezTo>
                  <a:pt x="5270386" y="926465"/>
                  <a:pt x="5237600" y="959250"/>
                  <a:pt x="5197156" y="959250"/>
                </a:cubicBezTo>
                <a:lnTo>
                  <a:pt x="73229" y="959250"/>
                </a:lnTo>
                <a:cubicBezTo>
                  <a:pt x="32786" y="959250"/>
                  <a:pt x="0" y="926465"/>
                  <a:pt x="0" y="886021"/>
                </a:cubicBezTo>
                <a:lnTo>
                  <a:pt x="0" y="73229"/>
                </a:lnTo>
                <a:cubicBezTo>
                  <a:pt x="0" y="32786"/>
                  <a:pt x="32786" y="0"/>
                  <a:pt x="73229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3672" y="2958185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73227" y="0"/>
                </a:moveTo>
                <a:lnTo>
                  <a:pt x="366125" y="0"/>
                </a:lnTo>
                <a:cubicBezTo>
                  <a:pt x="406567" y="0"/>
                  <a:pt x="439351" y="32785"/>
                  <a:pt x="439351" y="73227"/>
                </a:cubicBezTo>
                <a:lnTo>
                  <a:pt x="439351" y="366125"/>
                </a:lnTo>
                <a:cubicBezTo>
                  <a:pt x="439351" y="406567"/>
                  <a:pt x="406567" y="439351"/>
                  <a:pt x="366125" y="439351"/>
                </a:cubicBezTo>
                <a:lnTo>
                  <a:pt x="73227" y="439351"/>
                </a:lnTo>
                <a:cubicBezTo>
                  <a:pt x="32785" y="439351"/>
                  <a:pt x="0" y="406567"/>
                  <a:pt x="0" y="366125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18" name="Shape 16"/>
          <p:cNvSpPr/>
          <p:nvPr/>
        </p:nvSpPr>
        <p:spPr>
          <a:xfrm>
            <a:off x="797240" y="3068023"/>
            <a:ext cx="192216" cy="219676"/>
          </a:xfrm>
          <a:custGeom>
            <a:avLst/>
            <a:gdLst/>
            <a:ahLst/>
            <a:cxnLst/>
            <a:rect l="l" t="t" r="r" b="b"/>
            <a:pathLst>
              <a:path w="192216" h="219676">
                <a:moveTo>
                  <a:pt x="123568" y="0"/>
                </a:moveTo>
                <a:lnTo>
                  <a:pt x="54919" y="0"/>
                </a:lnTo>
                <a:cubicBezTo>
                  <a:pt x="47325" y="0"/>
                  <a:pt x="41189" y="6135"/>
                  <a:pt x="41189" y="13730"/>
                </a:cubicBezTo>
                <a:cubicBezTo>
                  <a:pt x="41189" y="21324"/>
                  <a:pt x="47325" y="27459"/>
                  <a:pt x="54919" y="27459"/>
                </a:cubicBezTo>
                <a:lnTo>
                  <a:pt x="54919" y="92461"/>
                </a:lnTo>
                <a:lnTo>
                  <a:pt x="3218" y="182906"/>
                </a:lnTo>
                <a:cubicBezTo>
                  <a:pt x="1116" y="186639"/>
                  <a:pt x="0" y="190800"/>
                  <a:pt x="0" y="195091"/>
                </a:cubicBezTo>
                <a:cubicBezTo>
                  <a:pt x="0" y="208692"/>
                  <a:pt x="10984" y="219676"/>
                  <a:pt x="24585" y="219676"/>
                </a:cubicBezTo>
                <a:lnTo>
                  <a:pt x="167631" y="219676"/>
                </a:lnTo>
                <a:cubicBezTo>
                  <a:pt x="181190" y="219676"/>
                  <a:pt x="192216" y="208692"/>
                  <a:pt x="192216" y="195091"/>
                </a:cubicBezTo>
                <a:cubicBezTo>
                  <a:pt x="192216" y="190800"/>
                  <a:pt x="191101" y="186596"/>
                  <a:pt x="188998" y="182906"/>
                </a:cubicBezTo>
                <a:lnTo>
                  <a:pt x="137297" y="92461"/>
                </a:lnTo>
                <a:lnTo>
                  <a:pt x="137297" y="27459"/>
                </a:lnTo>
                <a:cubicBezTo>
                  <a:pt x="144892" y="27459"/>
                  <a:pt x="151027" y="21324"/>
                  <a:pt x="151027" y="13730"/>
                </a:cubicBezTo>
                <a:cubicBezTo>
                  <a:pt x="151027" y="6135"/>
                  <a:pt x="144892" y="0"/>
                  <a:pt x="137297" y="0"/>
                </a:cubicBezTo>
                <a:lnTo>
                  <a:pt x="123568" y="0"/>
                </a:lnTo>
                <a:close/>
                <a:moveTo>
                  <a:pt x="82378" y="92461"/>
                </a:moveTo>
                <a:lnTo>
                  <a:pt x="82378" y="27459"/>
                </a:lnTo>
                <a:lnTo>
                  <a:pt x="109838" y="27459"/>
                </a:lnTo>
                <a:lnTo>
                  <a:pt x="109838" y="92461"/>
                </a:lnTo>
                <a:cubicBezTo>
                  <a:pt x="109838" y="97224"/>
                  <a:pt x="111082" y="101943"/>
                  <a:pt x="113442" y="106105"/>
                </a:cubicBezTo>
                <a:lnTo>
                  <a:pt x="131291" y="137297"/>
                </a:lnTo>
                <a:lnTo>
                  <a:pt x="60926" y="137297"/>
                </a:lnTo>
                <a:lnTo>
                  <a:pt x="78774" y="106105"/>
                </a:lnTo>
                <a:cubicBezTo>
                  <a:pt x="81134" y="101943"/>
                  <a:pt x="82378" y="97267"/>
                  <a:pt x="82378" y="92461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19" name="Text 17"/>
          <p:cNvSpPr/>
          <p:nvPr/>
        </p:nvSpPr>
        <p:spPr>
          <a:xfrm>
            <a:off x="1259474" y="2958185"/>
            <a:ext cx="453081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Framework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59474" y="3214473"/>
            <a:ext cx="452165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Lightweight WSGI web framework for RESTful API development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59474" y="3470761"/>
            <a:ext cx="805477" cy="219676"/>
          </a:xfrm>
          <a:custGeom>
            <a:avLst/>
            <a:gdLst/>
            <a:ahLst/>
            <a:cxnLst/>
            <a:rect l="l" t="t" r="r" b="b"/>
            <a:pathLst>
              <a:path w="805477" h="219676">
                <a:moveTo>
                  <a:pt x="36613" y="0"/>
                </a:moveTo>
                <a:lnTo>
                  <a:pt x="768864" y="0"/>
                </a:lnTo>
                <a:cubicBezTo>
                  <a:pt x="789085" y="0"/>
                  <a:pt x="805477" y="16392"/>
                  <a:pt x="805477" y="36613"/>
                </a:cubicBezTo>
                <a:lnTo>
                  <a:pt x="805477" y="183062"/>
                </a:lnTo>
                <a:cubicBezTo>
                  <a:pt x="805477" y="203283"/>
                  <a:pt x="789085" y="219676"/>
                  <a:pt x="768864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22" name="Text 20"/>
          <p:cNvSpPr/>
          <p:nvPr/>
        </p:nvSpPr>
        <p:spPr>
          <a:xfrm>
            <a:off x="1259474" y="3470761"/>
            <a:ext cx="860396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Web Server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138291" y="3470761"/>
            <a:ext cx="604108" cy="219676"/>
          </a:xfrm>
          <a:custGeom>
            <a:avLst/>
            <a:gdLst/>
            <a:ahLst/>
            <a:cxnLst/>
            <a:rect l="l" t="t" r="r" b="b"/>
            <a:pathLst>
              <a:path w="604108" h="219676">
                <a:moveTo>
                  <a:pt x="36613" y="0"/>
                </a:moveTo>
                <a:lnTo>
                  <a:pt x="567495" y="0"/>
                </a:lnTo>
                <a:cubicBezTo>
                  <a:pt x="587716" y="0"/>
                  <a:pt x="604108" y="16392"/>
                  <a:pt x="604108" y="36613"/>
                </a:cubicBezTo>
                <a:lnTo>
                  <a:pt x="604108" y="183062"/>
                </a:lnTo>
                <a:cubicBezTo>
                  <a:pt x="604108" y="203283"/>
                  <a:pt x="587716" y="219676"/>
                  <a:pt x="567495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24" name="Text 22"/>
          <p:cNvSpPr/>
          <p:nvPr/>
        </p:nvSpPr>
        <p:spPr>
          <a:xfrm>
            <a:off x="2138291" y="3470761"/>
            <a:ext cx="659027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Routing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173" y="3920983"/>
            <a:ext cx="5270386" cy="959250"/>
          </a:xfrm>
          <a:custGeom>
            <a:avLst/>
            <a:gdLst/>
            <a:ahLst/>
            <a:cxnLst/>
            <a:rect l="l" t="t" r="r" b="b"/>
            <a:pathLst>
              <a:path w="5270386" h="959250">
                <a:moveTo>
                  <a:pt x="73229" y="0"/>
                </a:moveTo>
                <a:lnTo>
                  <a:pt x="5197156" y="0"/>
                </a:lnTo>
                <a:cubicBezTo>
                  <a:pt x="5237600" y="0"/>
                  <a:pt x="5270386" y="32786"/>
                  <a:pt x="5270386" y="73229"/>
                </a:cubicBezTo>
                <a:lnTo>
                  <a:pt x="5270386" y="886021"/>
                </a:lnTo>
                <a:cubicBezTo>
                  <a:pt x="5270386" y="926465"/>
                  <a:pt x="5237600" y="959250"/>
                  <a:pt x="5197156" y="959250"/>
                </a:cubicBezTo>
                <a:lnTo>
                  <a:pt x="73229" y="959250"/>
                </a:lnTo>
                <a:cubicBezTo>
                  <a:pt x="32786" y="959250"/>
                  <a:pt x="0" y="926465"/>
                  <a:pt x="0" y="886021"/>
                </a:cubicBezTo>
                <a:lnTo>
                  <a:pt x="0" y="73229"/>
                </a:lnTo>
                <a:cubicBezTo>
                  <a:pt x="0" y="32786"/>
                  <a:pt x="32786" y="0"/>
                  <a:pt x="73229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3672" y="403448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73227" y="0"/>
                </a:moveTo>
                <a:lnTo>
                  <a:pt x="366125" y="0"/>
                </a:lnTo>
                <a:cubicBezTo>
                  <a:pt x="406567" y="0"/>
                  <a:pt x="439351" y="32785"/>
                  <a:pt x="439351" y="73227"/>
                </a:cubicBezTo>
                <a:lnTo>
                  <a:pt x="439351" y="366125"/>
                </a:lnTo>
                <a:cubicBezTo>
                  <a:pt x="439351" y="406567"/>
                  <a:pt x="406567" y="439351"/>
                  <a:pt x="366125" y="439351"/>
                </a:cubicBezTo>
                <a:lnTo>
                  <a:pt x="73227" y="439351"/>
                </a:lnTo>
                <a:cubicBezTo>
                  <a:pt x="32785" y="439351"/>
                  <a:pt x="0" y="406567"/>
                  <a:pt x="0" y="366125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69780" y="4144318"/>
            <a:ext cx="247135" cy="219676"/>
          </a:xfrm>
          <a:custGeom>
            <a:avLst/>
            <a:gdLst/>
            <a:ahLst/>
            <a:cxnLst/>
            <a:rect l="l" t="t" r="r" b="b"/>
            <a:pathLst>
              <a:path w="247135" h="219676">
                <a:moveTo>
                  <a:pt x="123568" y="13730"/>
                </a:moveTo>
                <a:cubicBezTo>
                  <a:pt x="88900" y="13730"/>
                  <a:pt x="61140" y="29519"/>
                  <a:pt x="40932" y="48311"/>
                </a:cubicBezTo>
                <a:cubicBezTo>
                  <a:pt x="20852" y="66975"/>
                  <a:pt x="7423" y="89243"/>
                  <a:pt x="1030" y="104560"/>
                </a:cubicBezTo>
                <a:cubicBezTo>
                  <a:pt x="-386" y="107950"/>
                  <a:pt x="-386" y="111726"/>
                  <a:pt x="1030" y="115115"/>
                </a:cubicBezTo>
                <a:cubicBezTo>
                  <a:pt x="7423" y="130432"/>
                  <a:pt x="20852" y="152743"/>
                  <a:pt x="40932" y="171364"/>
                </a:cubicBezTo>
                <a:cubicBezTo>
                  <a:pt x="61140" y="190114"/>
                  <a:pt x="88900" y="205946"/>
                  <a:pt x="123568" y="205946"/>
                </a:cubicBezTo>
                <a:cubicBezTo>
                  <a:pt x="158235" y="205946"/>
                  <a:pt x="185995" y="190157"/>
                  <a:pt x="206203" y="171364"/>
                </a:cubicBezTo>
                <a:cubicBezTo>
                  <a:pt x="226283" y="152700"/>
                  <a:pt x="239713" y="130432"/>
                  <a:pt x="246105" y="115115"/>
                </a:cubicBezTo>
                <a:cubicBezTo>
                  <a:pt x="247521" y="111726"/>
                  <a:pt x="247521" y="107950"/>
                  <a:pt x="246105" y="104560"/>
                </a:cubicBezTo>
                <a:cubicBezTo>
                  <a:pt x="239713" y="89243"/>
                  <a:pt x="226283" y="66932"/>
                  <a:pt x="206203" y="48311"/>
                </a:cubicBezTo>
                <a:cubicBezTo>
                  <a:pt x="185995" y="29562"/>
                  <a:pt x="158235" y="13730"/>
                  <a:pt x="123568" y="13730"/>
                </a:cubicBezTo>
                <a:close/>
                <a:moveTo>
                  <a:pt x="61784" y="109838"/>
                </a:moveTo>
                <a:cubicBezTo>
                  <a:pt x="61784" y="75738"/>
                  <a:pt x="89468" y="48054"/>
                  <a:pt x="123568" y="48054"/>
                </a:cubicBezTo>
                <a:cubicBezTo>
                  <a:pt x="157667" y="48054"/>
                  <a:pt x="185351" y="75738"/>
                  <a:pt x="185351" y="109838"/>
                </a:cubicBezTo>
                <a:cubicBezTo>
                  <a:pt x="185351" y="143937"/>
                  <a:pt x="157667" y="171622"/>
                  <a:pt x="123568" y="171622"/>
                </a:cubicBezTo>
                <a:cubicBezTo>
                  <a:pt x="89468" y="171622"/>
                  <a:pt x="61784" y="143937"/>
                  <a:pt x="61784" y="109838"/>
                </a:cubicBezTo>
                <a:close/>
                <a:moveTo>
                  <a:pt x="123568" y="82378"/>
                </a:moveTo>
                <a:cubicBezTo>
                  <a:pt x="123568" y="97524"/>
                  <a:pt x="111254" y="109838"/>
                  <a:pt x="96108" y="109838"/>
                </a:cubicBezTo>
                <a:cubicBezTo>
                  <a:pt x="91174" y="109838"/>
                  <a:pt x="86540" y="108551"/>
                  <a:pt x="82507" y="106234"/>
                </a:cubicBezTo>
                <a:cubicBezTo>
                  <a:pt x="82078" y="110910"/>
                  <a:pt x="82464" y="115716"/>
                  <a:pt x="83751" y="120478"/>
                </a:cubicBezTo>
                <a:cubicBezTo>
                  <a:pt x="89629" y="142446"/>
                  <a:pt x="112241" y="155489"/>
                  <a:pt x="134208" y="149611"/>
                </a:cubicBezTo>
                <a:cubicBezTo>
                  <a:pt x="156176" y="143733"/>
                  <a:pt x="169219" y="121122"/>
                  <a:pt x="163341" y="99154"/>
                </a:cubicBezTo>
                <a:cubicBezTo>
                  <a:pt x="158106" y="79547"/>
                  <a:pt x="139528" y="67061"/>
                  <a:pt x="119964" y="68777"/>
                </a:cubicBezTo>
                <a:cubicBezTo>
                  <a:pt x="122238" y="72768"/>
                  <a:pt x="123568" y="77401"/>
                  <a:pt x="123568" y="82378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8" name="Text 26"/>
          <p:cNvSpPr/>
          <p:nvPr/>
        </p:nvSpPr>
        <p:spPr>
          <a:xfrm>
            <a:off x="1259474" y="4034480"/>
            <a:ext cx="453081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Tesseract OCR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59474" y="4290768"/>
            <a:ext cx="452165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Open-source optical character recognition engine by Google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259474" y="4547057"/>
            <a:ext cx="1134991" cy="219676"/>
          </a:xfrm>
          <a:custGeom>
            <a:avLst/>
            <a:gdLst/>
            <a:ahLst/>
            <a:cxnLst/>
            <a:rect l="l" t="t" r="r" b="b"/>
            <a:pathLst>
              <a:path w="1134991" h="219676">
                <a:moveTo>
                  <a:pt x="36613" y="0"/>
                </a:moveTo>
                <a:lnTo>
                  <a:pt x="1098378" y="0"/>
                </a:lnTo>
                <a:cubicBezTo>
                  <a:pt x="1118599" y="0"/>
                  <a:pt x="1134991" y="16392"/>
                  <a:pt x="1134991" y="36613"/>
                </a:cubicBezTo>
                <a:lnTo>
                  <a:pt x="1134991" y="183062"/>
                </a:lnTo>
                <a:cubicBezTo>
                  <a:pt x="1134991" y="203283"/>
                  <a:pt x="1118599" y="219676"/>
                  <a:pt x="1098378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259474" y="4547057"/>
            <a:ext cx="1189910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Extraction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467919" y="4547057"/>
            <a:ext cx="1199063" cy="219676"/>
          </a:xfrm>
          <a:custGeom>
            <a:avLst/>
            <a:gdLst/>
            <a:ahLst/>
            <a:cxnLst/>
            <a:rect l="l" t="t" r="r" b="b"/>
            <a:pathLst>
              <a:path w="1199063" h="219676">
                <a:moveTo>
                  <a:pt x="36613" y="0"/>
                </a:moveTo>
                <a:lnTo>
                  <a:pt x="1162450" y="0"/>
                </a:lnTo>
                <a:cubicBezTo>
                  <a:pt x="1182671" y="0"/>
                  <a:pt x="1199063" y="16392"/>
                  <a:pt x="1199063" y="36613"/>
                </a:cubicBezTo>
                <a:lnTo>
                  <a:pt x="1199063" y="183062"/>
                </a:lnTo>
                <a:cubicBezTo>
                  <a:pt x="1199063" y="203283"/>
                  <a:pt x="1182671" y="219676"/>
                  <a:pt x="1162450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467919" y="4547057"/>
            <a:ext cx="1253982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Processing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60173" y="4997278"/>
            <a:ext cx="5270386" cy="959250"/>
          </a:xfrm>
          <a:custGeom>
            <a:avLst/>
            <a:gdLst/>
            <a:ahLst/>
            <a:cxnLst/>
            <a:rect l="l" t="t" r="r" b="b"/>
            <a:pathLst>
              <a:path w="5270386" h="959250">
                <a:moveTo>
                  <a:pt x="73229" y="0"/>
                </a:moveTo>
                <a:lnTo>
                  <a:pt x="5197156" y="0"/>
                </a:lnTo>
                <a:cubicBezTo>
                  <a:pt x="5237600" y="0"/>
                  <a:pt x="5270386" y="32786"/>
                  <a:pt x="5270386" y="73229"/>
                </a:cubicBezTo>
                <a:lnTo>
                  <a:pt x="5270386" y="886021"/>
                </a:lnTo>
                <a:cubicBezTo>
                  <a:pt x="5270386" y="926465"/>
                  <a:pt x="5237600" y="959250"/>
                  <a:pt x="5197156" y="959250"/>
                </a:cubicBezTo>
                <a:lnTo>
                  <a:pt x="73229" y="959250"/>
                </a:lnTo>
                <a:cubicBezTo>
                  <a:pt x="32786" y="959250"/>
                  <a:pt x="0" y="926465"/>
                  <a:pt x="0" y="886021"/>
                </a:cubicBezTo>
                <a:lnTo>
                  <a:pt x="0" y="73229"/>
                </a:lnTo>
                <a:cubicBezTo>
                  <a:pt x="0" y="32786"/>
                  <a:pt x="32786" y="0"/>
                  <a:pt x="73229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3672" y="511078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73227" y="0"/>
                </a:moveTo>
                <a:lnTo>
                  <a:pt x="366125" y="0"/>
                </a:lnTo>
                <a:cubicBezTo>
                  <a:pt x="406567" y="0"/>
                  <a:pt x="439351" y="32785"/>
                  <a:pt x="439351" y="73227"/>
                </a:cubicBezTo>
                <a:lnTo>
                  <a:pt x="439351" y="366125"/>
                </a:lnTo>
                <a:cubicBezTo>
                  <a:pt x="439351" y="406567"/>
                  <a:pt x="406567" y="439351"/>
                  <a:pt x="366125" y="439351"/>
                </a:cubicBezTo>
                <a:lnTo>
                  <a:pt x="73227" y="439351"/>
                </a:lnTo>
                <a:cubicBezTo>
                  <a:pt x="32785" y="439351"/>
                  <a:pt x="0" y="406567"/>
                  <a:pt x="0" y="366125"/>
                </a:cubicBezTo>
                <a:lnTo>
                  <a:pt x="0" y="73227"/>
                </a:lnTo>
                <a:cubicBezTo>
                  <a:pt x="0" y="32812"/>
                  <a:pt x="32812" y="0"/>
                  <a:pt x="73227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36" name="Shape 34"/>
          <p:cNvSpPr/>
          <p:nvPr/>
        </p:nvSpPr>
        <p:spPr>
          <a:xfrm>
            <a:off x="797240" y="5220618"/>
            <a:ext cx="192216" cy="219676"/>
          </a:xfrm>
          <a:custGeom>
            <a:avLst/>
            <a:gdLst/>
            <a:ahLst/>
            <a:cxnLst/>
            <a:rect l="l" t="t" r="r" b="b"/>
            <a:pathLst>
              <a:path w="192216" h="219676">
                <a:moveTo>
                  <a:pt x="27459" y="13730"/>
                </a:moveTo>
                <a:cubicBezTo>
                  <a:pt x="12314" y="13730"/>
                  <a:pt x="0" y="26044"/>
                  <a:pt x="0" y="41189"/>
                </a:cubicBezTo>
                <a:lnTo>
                  <a:pt x="0" y="178486"/>
                </a:lnTo>
                <a:cubicBezTo>
                  <a:pt x="0" y="193632"/>
                  <a:pt x="12314" y="205946"/>
                  <a:pt x="27459" y="205946"/>
                </a:cubicBezTo>
                <a:lnTo>
                  <a:pt x="164757" y="205946"/>
                </a:lnTo>
                <a:cubicBezTo>
                  <a:pt x="179902" y="205946"/>
                  <a:pt x="192216" y="193632"/>
                  <a:pt x="192216" y="178486"/>
                </a:cubicBezTo>
                <a:lnTo>
                  <a:pt x="192216" y="41189"/>
                </a:lnTo>
                <a:cubicBezTo>
                  <a:pt x="192216" y="26044"/>
                  <a:pt x="179902" y="13730"/>
                  <a:pt x="164757" y="13730"/>
                </a:cubicBezTo>
                <a:lnTo>
                  <a:pt x="27459" y="13730"/>
                </a:lnTo>
                <a:close/>
                <a:moveTo>
                  <a:pt x="54919" y="48054"/>
                </a:moveTo>
                <a:cubicBezTo>
                  <a:pt x="66285" y="48054"/>
                  <a:pt x="75514" y="57282"/>
                  <a:pt x="75514" y="68649"/>
                </a:cubicBezTo>
                <a:cubicBezTo>
                  <a:pt x="75514" y="80015"/>
                  <a:pt x="66285" y="89243"/>
                  <a:pt x="54919" y="89243"/>
                </a:cubicBezTo>
                <a:cubicBezTo>
                  <a:pt x="43552" y="89243"/>
                  <a:pt x="34324" y="80015"/>
                  <a:pt x="34324" y="68649"/>
                </a:cubicBezTo>
                <a:cubicBezTo>
                  <a:pt x="34324" y="57282"/>
                  <a:pt x="43552" y="48054"/>
                  <a:pt x="54919" y="48054"/>
                </a:cubicBezTo>
                <a:close/>
                <a:moveTo>
                  <a:pt x="116703" y="96108"/>
                </a:moveTo>
                <a:cubicBezTo>
                  <a:pt x="120307" y="96108"/>
                  <a:pt x="123610" y="97996"/>
                  <a:pt x="125498" y="101042"/>
                </a:cubicBezTo>
                <a:lnTo>
                  <a:pt x="163255" y="162826"/>
                </a:lnTo>
                <a:cubicBezTo>
                  <a:pt x="165186" y="166001"/>
                  <a:pt x="165272" y="169991"/>
                  <a:pt x="163470" y="173252"/>
                </a:cubicBezTo>
                <a:cubicBezTo>
                  <a:pt x="161668" y="176513"/>
                  <a:pt x="158192" y="178486"/>
                  <a:pt x="154459" y="178486"/>
                </a:cubicBezTo>
                <a:lnTo>
                  <a:pt x="37757" y="178486"/>
                </a:lnTo>
                <a:cubicBezTo>
                  <a:pt x="33938" y="178486"/>
                  <a:pt x="30377" y="176341"/>
                  <a:pt x="28618" y="172952"/>
                </a:cubicBezTo>
                <a:cubicBezTo>
                  <a:pt x="26859" y="169562"/>
                  <a:pt x="27116" y="165443"/>
                  <a:pt x="29304" y="162311"/>
                </a:cubicBezTo>
                <a:lnTo>
                  <a:pt x="53331" y="127987"/>
                </a:lnTo>
                <a:cubicBezTo>
                  <a:pt x="55262" y="125241"/>
                  <a:pt x="58394" y="123610"/>
                  <a:pt x="61784" y="123610"/>
                </a:cubicBezTo>
                <a:cubicBezTo>
                  <a:pt x="65173" y="123610"/>
                  <a:pt x="68305" y="125241"/>
                  <a:pt x="70236" y="127987"/>
                </a:cubicBezTo>
                <a:lnTo>
                  <a:pt x="81563" y="144205"/>
                </a:lnTo>
                <a:lnTo>
                  <a:pt x="107907" y="101085"/>
                </a:lnTo>
                <a:cubicBezTo>
                  <a:pt x="109795" y="98039"/>
                  <a:pt x="113099" y="96151"/>
                  <a:pt x="116703" y="96151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37" name="Text 35"/>
          <p:cNvSpPr/>
          <p:nvPr/>
        </p:nvSpPr>
        <p:spPr>
          <a:xfrm>
            <a:off x="1259474" y="5110780"/>
            <a:ext cx="4530811" cy="2196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Pillow (PIL)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259474" y="5367068"/>
            <a:ext cx="452165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Imaging Library for image manipulation and preprocessing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259474" y="5623357"/>
            <a:ext cx="1070919" cy="219676"/>
          </a:xfrm>
          <a:custGeom>
            <a:avLst/>
            <a:gdLst/>
            <a:ahLst/>
            <a:cxnLst/>
            <a:rect l="l" t="t" r="r" b="b"/>
            <a:pathLst>
              <a:path w="1070919" h="219676">
                <a:moveTo>
                  <a:pt x="36613" y="0"/>
                </a:moveTo>
                <a:lnTo>
                  <a:pt x="1034306" y="0"/>
                </a:lnTo>
                <a:cubicBezTo>
                  <a:pt x="1054527" y="0"/>
                  <a:pt x="1070919" y="16392"/>
                  <a:pt x="1070919" y="36613"/>
                </a:cubicBezTo>
                <a:lnTo>
                  <a:pt x="1070919" y="183062"/>
                </a:lnTo>
                <a:cubicBezTo>
                  <a:pt x="1070919" y="203283"/>
                  <a:pt x="1054527" y="219676"/>
                  <a:pt x="1034306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40" name="Text 38"/>
          <p:cNvSpPr/>
          <p:nvPr/>
        </p:nvSpPr>
        <p:spPr>
          <a:xfrm>
            <a:off x="1259474" y="5623357"/>
            <a:ext cx="1125838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Image Handling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2402016" y="5623357"/>
            <a:ext cx="1070919" cy="219676"/>
          </a:xfrm>
          <a:custGeom>
            <a:avLst/>
            <a:gdLst/>
            <a:ahLst/>
            <a:cxnLst/>
            <a:rect l="l" t="t" r="r" b="b"/>
            <a:pathLst>
              <a:path w="1070919" h="219676">
                <a:moveTo>
                  <a:pt x="36613" y="0"/>
                </a:moveTo>
                <a:lnTo>
                  <a:pt x="1034306" y="0"/>
                </a:lnTo>
                <a:cubicBezTo>
                  <a:pt x="1054527" y="0"/>
                  <a:pt x="1070919" y="16392"/>
                  <a:pt x="1070919" y="36613"/>
                </a:cubicBezTo>
                <a:lnTo>
                  <a:pt x="1070919" y="183062"/>
                </a:lnTo>
                <a:cubicBezTo>
                  <a:pt x="1070919" y="203283"/>
                  <a:pt x="1054527" y="219676"/>
                  <a:pt x="1034306" y="219676"/>
                </a:cubicBezTo>
                <a:lnTo>
                  <a:pt x="36613" y="219676"/>
                </a:lnTo>
                <a:cubicBezTo>
                  <a:pt x="16392" y="219676"/>
                  <a:pt x="0" y="203283"/>
                  <a:pt x="0" y="183062"/>
                </a:cubicBezTo>
                <a:lnTo>
                  <a:pt x="0" y="36613"/>
                </a:lnTo>
                <a:cubicBezTo>
                  <a:pt x="0" y="16406"/>
                  <a:pt x="16406" y="0"/>
                  <a:pt x="36613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42" name="Text 40"/>
          <p:cNvSpPr/>
          <p:nvPr/>
        </p:nvSpPr>
        <p:spPr>
          <a:xfrm>
            <a:off x="2402016" y="5623357"/>
            <a:ext cx="1125838" cy="219676"/>
          </a:xfrm>
          <a:prstGeom prst="rect">
            <a:avLst/>
          </a:prstGeom>
          <a:noFill/>
          <a:ln/>
        </p:spPr>
        <p:txBody>
          <a:bodyPr wrap="square" lIns="73225" tIns="36613" rIns="73225" bIns="36613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Format Support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70827" y="1175265"/>
            <a:ext cx="5645665" cy="2972944"/>
          </a:xfrm>
          <a:custGeom>
            <a:avLst/>
            <a:gdLst/>
            <a:ahLst/>
            <a:cxnLst/>
            <a:rect l="l" t="t" r="r" b="b"/>
            <a:pathLst>
              <a:path w="5645665" h="2972944">
                <a:moveTo>
                  <a:pt x="109850" y="0"/>
                </a:moveTo>
                <a:lnTo>
                  <a:pt x="5535815" y="0"/>
                </a:lnTo>
                <a:cubicBezTo>
                  <a:pt x="5596483" y="0"/>
                  <a:pt x="5645665" y="49182"/>
                  <a:pt x="5645665" y="109850"/>
                </a:cubicBezTo>
                <a:lnTo>
                  <a:pt x="5645665" y="2863094"/>
                </a:lnTo>
                <a:cubicBezTo>
                  <a:pt x="5645665" y="2923762"/>
                  <a:pt x="5596483" y="2972944"/>
                  <a:pt x="5535815" y="2972944"/>
                </a:cubicBezTo>
                <a:lnTo>
                  <a:pt x="109850" y="2972944"/>
                </a:lnTo>
                <a:cubicBezTo>
                  <a:pt x="49182" y="2972944"/>
                  <a:pt x="0" y="2923762"/>
                  <a:pt x="0" y="2863094"/>
                </a:cubicBezTo>
                <a:lnTo>
                  <a:pt x="0" y="109850"/>
                </a:lnTo>
                <a:cubicBezTo>
                  <a:pt x="0" y="49222"/>
                  <a:pt x="49222" y="0"/>
                  <a:pt x="109850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70137" y="1407758"/>
            <a:ext cx="185351" cy="164757"/>
          </a:xfrm>
          <a:custGeom>
            <a:avLst/>
            <a:gdLst/>
            <a:ahLst/>
            <a:cxnLst/>
            <a:rect l="l" t="t" r="r" b="b"/>
            <a:pathLst>
              <a:path w="185351" h="164757">
                <a:moveTo>
                  <a:pt x="15446" y="7723"/>
                </a:moveTo>
                <a:cubicBezTo>
                  <a:pt x="15446" y="3443"/>
                  <a:pt x="12003" y="0"/>
                  <a:pt x="7723" y="0"/>
                </a:cubicBezTo>
                <a:cubicBezTo>
                  <a:pt x="3443" y="0"/>
                  <a:pt x="0" y="3443"/>
                  <a:pt x="0" y="7723"/>
                </a:cubicBezTo>
                <a:lnTo>
                  <a:pt x="0" y="126142"/>
                </a:lnTo>
                <a:cubicBezTo>
                  <a:pt x="0" y="136085"/>
                  <a:pt x="8077" y="144162"/>
                  <a:pt x="18020" y="144162"/>
                </a:cubicBezTo>
                <a:lnTo>
                  <a:pt x="77230" y="144162"/>
                </a:lnTo>
                <a:lnTo>
                  <a:pt x="77230" y="128716"/>
                </a:lnTo>
                <a:lnTo>
                  <a:pt x="18020" y="128716"/>
                </a:lnTo>
                <a:cubicBezTo>
                  <a:pt x="16604" y="128716"/>
                  <a:pt x="15446" y="127558"/>
                  <a:pt x="15446" y="126142"/>
                </a:cubicBezTo>
                <a:lnTo>
                  <a:pt x="15446" y="51486"/>
                </a:lnTo>
                <a:lnTo>
                  <a:pt x="77230" y="51486"/>
                </a:lnTo>
                <a:lnTo>
                  <a:pt x="77230" y="36041"/>
                </a:lnTo>
                <a:lnTo>
                  <a:pt x="15446" y="36041"/>
                </a:lnTo>
                <a:lnTo>
                  <a:pt x="15446" y="7723"/>
                </a:lnTo>
                <a:close/>
                <a:moveTo>
                  <a:pt x="108122" y="72081"/>
                </a:moveTo>
                <a:lnTo>
                  <a:pt x="169905" y="72081"/>
                </a:lnTo>
                <a:cubicBezTo>
                  <a:pt x="178433" y="72081"/>
                  <a:pt x="185351" y="65163"/>
                  <a:pt x="185351" y="56635"/>
                </a:cubicBezTo>
                <a:lnTo>
                  <a:pt x="185351" y="25743"/>
                </a:lnTo>
                <a:cubicBezTo>
                  <a:pt x="185351" y="17216"/>
                  <a:pt x="178433" y="10297"/>
                  <a:pt x="169905" y="10297"/>
                </a:cubicBezTo>
                <a:lnTo>
                  <a:pt x="143293" y="10297"/>
                </a:lnTo>
                <a:cubicBezTo>
                  <a:pt x="140558" y="10297"/>
                  <a:pt x="137952" y="9203"/>
                  <a:pt x="136021" y="7272"/>
                </a:cubicBezTo>
                <a:lnTo>
                  <a:pt x="133253" y="4505"/>
                </a:lnTo>
                <a:cubicBezTo>
                  <a:pt x="130357" y="1609"/>
                  <a:pt x="126432" y="-32"/>
                  <a:pt x="122345" y="-32"/>
                </a:cubicBezTo>
                <a:lnTo>
                  <a:pt x="108122" y="0"/>
                </a:lnTo>
                <a:cubicBezTo>
                  <a:pt x="99594" y="0"/>
                  <a:pt x="92676" y="6918"/>
                  <a:pt x="92676" y="15446"/>
                </a:cubicBezTo>
                <a:lnTo>
                  <a:pt x="92676" y="56635"/>
                </a:lnTo>
                <a:cubicBezTo>
                  <a:pt x="92676" y="65163"/>
                  <a:pt x="99594" y="72081"/>
                  <a:pt x="108122" y="72081"/>
                </a:cubicBezTo>
                <a:close/>
                <a:moveTo>
                  <a:pt x="108122" y="164757"/>
                </a:moveTo>
                <a:lnTo>
                  <a:pt x="169905" y="164757"/>
                </a:lnTo>
                <a:cubicBezTo>
                  <a:pt x="178433" y="164757"/>
                  <a:pt x="185351" y="157838"/>
                  <a:pt x="185351" y="149311"/>
                </a:cubicBezTo>
                <a:lnTo>
                  <a:pt x="185351" y="118419"/>
                </a:lnTo>
                <a:cubicBezTo>
                  <a:pt x="185351" y="109891"/>
                  <a:pt x="178433" y="102973"/>
                  <a:pt x="169905" y="102973"/>
                </a:cubicBezTo>
                <a:lnTo>
                  <a:pt x="143293" y="102973"/>
                </a:lnTo>
                <a:cubicBezTo>
                  <a:pt x="140558" y="102973"/>
                  <a:pt x="137952" y="101879"/>
                  <a:pt x="136021" y="99948"/>
                </a:cubicBezTo>
                <a:lnTo>
                  <a:pt x="133253" y="97181"/>
                </a:lnTo>
                <a:cubicBezTo>
                  <a:pt x="130357" y="94285"/>
                  <a:pt x="126432" y="92643"/>
                  <a:pt x="122345" y="92643"/>
                </a:cubicBezTo>
                <a:lnTo>
                  <a:pt x="108122" y="92676"/>
                </a:lnTo>
                <a:cubicBezTo>
                  <a:pt x="99594" y="92676"/>
                  <a:pt x="92676" y="99594"/>
                  <a:pt x="92676" y="108122"/>
                </a:cubicBezTo>
                <a:lnTo>
                  <a:pt x="92676" y="149311"/>
                </a:lnTo>
                <a:cubicBezTo>
                  <a:pt x="92676" y="157838"/>
                  <a:pt x="99594" y="164757"/>
                  <a:pt x="108122" y="164757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45" name="Text 43"/>
          <p:cNvSpPr/>
          <p:nvPr/>
        </p:nvSpPr>
        <p:spPr>
          <a:xfrm>
            <a:off x="6568074" y="1361992"/>
            <a:ext cx="5144072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Structure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57551" y="1764731"/>
            <a:ext cx="5272216" cy="2196757"/>
          </a:xfrm>
          <a:custGeom>
            <a:avLst/>
            <a:gdLst/>
            <a:ahLst/>
            <a:cxnLst/>
            <a:rect l="l" t="t" r="r" b="b"/>
            <a:pathLst>
              <a:path w="5272216" h="2196757">
                <a:moveTo>
                  <a:pt x="73218" y="0"/>
                </a:moveTo>
                <a:lnTo>
                  <a:pt x="5198998" y="0"/>
                </a:lnTo>
                <a:cubicBezTo>
                  <a:pt x="5239435" y="0"/>
                  <a:pt x="5272216" y="32781"/>
                  <a:pt x="5272216" y="73218"/>
                </a:cubicBezTo>
                <a:lnTo>
                  <a:pt x="5272216" y="2123539"/>
                </a:lnTo>
                <a:cubicBezTo>
                  <a:pt x="5272216" y="2163976"/>
                  <a:pt x="5239435" y="2196757"/>
                  <a:pt x="5198998" y="2196757"/>
                </a:cubicBezTo>
                <a:lnTo>
                  <a:pt x="73218" y="2196757"/>
                </a:lnTo>
                <a:cubicBezTo>
                  <a:pt x="32781" y="2196757"/>
                  <a:pt x="0" y="2163976"/>
                  <a:pt x="0" y="2123539"/>
                </a:cubicBezTo>
                <a:lnTo>
                  <a:pt x="0" y="73218"/>
                </a:lnTo>
                <a:cubicBezTo>
                  <a:pt x="0" y="32808"/>
                  <a:pt x="32808" y="0"/>
                  <a:pt x="73218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47" name="Text 45"/>
          <p:cNvSpPr/>
          <p:nvPr/>
        </p:nvSpPr>
        <p:spPr>
          <a:xfrm>
            <a:off x="6504002" y="1911181"/>
            <a:ext cx="5043387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phishing-detector/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684777" y="2121704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0" y="16018"/>
                </a:moveTo>
                <a:cubicBezTo>
                  <a:pt x="0" y="7183"/>
                  <a:pt x="7183" y="0"/>
                  <a:pt x="16018" y="0"/>
                </a:cubicBezTo>
                <a:lnTo>
                  <a:pt x="53435" y="0"/>
                </a:lnTo>
                <a:cubicBezTo>
                  <a:pt x="57690" y="0"/>
                  <a:pt x="61769" y="1677"/>
                  <a:pt x="64773" y="4680"/>
                </a:cubicBezTo>
                <a:lnTo>
                  <a:pt x="91428" y="31360"/>
                </a:lnTo>
                <a:cubicBezTo>
                  <a:pt x="94431" y="34364"/>
                  <a:pt x="96108" y="38443"/>
                  <a:pt x="96108" y="42698"/>
                </a:cubicBezTo>
                <a:lnTo>
                  <a:pt x="96108" y="112126"/>
                </a:lnTo>
                <a:cubicBezTo>
                  <a:pt x="96108" y="120961"/>
                  <a:pt x="88925" y="128144"/>
                  <a:pt x="80090" y="128144"/>
                </a:cubicBezTo>
                <a:lnTo>
                  <a:pt x="16018" y="128144"/>
                </a:lnTo>
                <a:cubicBezTo>
                  <a:pt x="7183" y="128144"/>
                  <a:pt x="0" y="120961"/>
                  <a:pt x="0" y="112126"/>
                </a:cubicBezTo>
                <a:lnTo>
                  <a:pt x="0" y="16018"/>
                </a:lnTo>
                <a:close/>
                <a:moveTo>
                  <a:pt x="52059" y="14641"/>
                </a:moveTo>
                <a:lnTo>
                  <a:pt x="52059" y="38043"/>
                </a:lnTo>
                <a:cubicBezTo>
                  <a:pt x="52059" y="41372"/>
                  <a:pt x="54737" y="44050"/>
                  <a:pt x="58065" y="44050"/>
                </a:cubicBezTo>
                <a:lnTo>
                  <a:pt x="81467" y="44050"/>
                </a:lnTo>
                <a:lnTo>
                  <a:pt x="52059" y="14641"/>
                </a:lnTo>
                <a:close/>
                <a:moveTo>
                  <a:pt x="38593" y="73983"/>
                </a:moveTo>
                <a:cubicBezTo>
                  <a:pt x="40746" y="71455"/>
                  <a:pt x="40471" y="67676"/>
                  <a:pt x="37943" y="65524"/>
                </a:cubicBezTo>
                <a:cubicBezTo>
                  <a:pt x="35415" y="63371"/>
                  <a:pt x="31636" y="63647"/>
                  <a:pt x="29483" y="66174"/>
                </a:cubicBezTo>
                <a:lnTo>
                  <a:pt x="17470" y="80190"/>
                </a:lnTo>
                <a:cubicBezTo>
                  <a:pt x="15542" y="82443"/>
                  <a:pt x="15542" y="85746"/>
                  <a:pt x="17470" y="87999"/>
                </a:cubicBezTo>
                <a:lnTo>
                  <a:pt x="29483" y="102015"/>
                </a:lnTo>
                <a:cubicBezTo>
                  <a:pt x="31636" y="104543"/>
                  <a:pt x="35440" y="104818"/>
                  <a:pt x="37943" y="102665"/>
                </a:cubicBezTo>
                <a:cubicBezTo>
                  <a:pt x="40445" y="100513"/>
                  <a:pt x="40746" y="96709"/>
                  <a:pt x="38593" y="94206"/>
                </a:cubicBezTo>
                <a:lnTo>
                  <a:pt x="29934" y="84095"/>
                </a:lnTo>
                <a:lnTo>
                  <a:pt x="38593" y="73983"/>
                </a:lnTo>
                <a:close/>
                <a:moveTo>
                  <a:pt x="66625" y="66174"/>
                </a:moveTo>
                <a:cubicBezTo>
                  <a:pt x="64473" y="63647"/>
                  <a:pt x="60668" y="63371"/>
                  <a:pt x="58165" y="65524"/>
                </a:cubicBezTo>
                <a:cubicBezTo>
                  <a:pt x="55663" y="67676"/>
                  <a:pt x="55362" y="71480"/>
                  <a:pt x="57515" y="73983"/>
                </a:cubicBezTo>
                <a:lnTo>
                  <a:pt x="66174" y="84095"/>
                </a:lnTo>
                <a:lnTo>
                  <a:pt x="57515" y="94206"/>
                </a:lnTo>
                <a:cubicBezTo>
                  <a:pt x="55362" y="96734"/>
                  <a:pt x="55638" y="100513"/>
                  <a:pt x="58165" y="102665"/>
                </a:cubicBezTo>
                <a:cubicBezTo>
                  <a:pt x="60693" y="104818"/>
                  <a:pt x="64473" y="104543"/>
                  <a:pt x="66625" y="102015"/>
                </a:cubicBezTo>
                <a:lnTo>
                  <a:pt x="78638" y="87999"/>
                </a:lnTo>
                <a:cubicBezTo>
                  <a:pt x="80566" y="85746"/>
                  <a:pt x="80566" y="82443"/>
                  <a:pt x="78638" y="80190"/>
                </a:cubicBezTo>
                <a:lnTo>
                  <a:pt x="66625" y="6617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49" name="Text 47"/>
          <p:cNvSpPr/>
          <p:nvPr/>
        </p:nvSpPr>
        <p:spPr>
          <a:xfrm>
            <a:off x="6883858" y="2094244"/>
            <a:ext cx="521730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app.py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418516" y="2112550"/>
            <a:ext cx="1043459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Flask backend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68759" y="2341379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16018" y="112126"/>
                </a:moveTo>
                <a:lnTo>
                  <a:pt x="112126" y="112126"/>
                </a:lnTo>
                <a:cubicBezTo>
                  <a:pt x="120961" y="112126"/>
                  <a:pt x="128144" y="104943"/>
                  <a:pt x="128144" y="96108"/>
                </a:cubicBezTo>
                <a:lnTo>
                  <a:pt x="128144" y="36041"/>
                </a:lnTo>
                <a:cubicBezTo>
                  <a:pt x="128144" y="27206"/>
                  <a:pt x="120961" y="20023"/>
                  <a:pt x="112126" y="20023"/>
                </a:cubicBezTo>
                <a:lnTo>
                  <a:pt x="74759" y="20023"/>
                </a:lnTo>
                <a:cubicBezTo>
                  <a:pt x="73032" y="20023"/>
                  <a:pt x="71330" y="19472"/>
                  <a:pt x="69954" y="18421"/>
                </a:cubicBezTo>
                <a:lnTo>
                  <a:pt x="60343" y="11213"/>
                </a:lnTo>
                <a:cubicBezTo>
                  <a:pt x="57565" y="9135"/>
                  <a:pt x="54186" y="8009"/>
                  <a:pt x="50732" y="8009"/>
                </a:cubicBezTo>
                <a:lnTo>
                  <a:pt x="16018" y="8009"/>
                </a:lnTo>
                <a:cubicBezTo>
                  <a:pt x="7183" y="8009"/>
                  <a:pt x="0" y="15192"/>
                  <a:pt x="0" y="24027"/>
                </a:cubicBezTo>
                <a:lnTo>
                  <a:pt x="0" y="96108"/>
                </a:lnTo>
                <a:cubicBezTo>
                  <a:pt x="0" y="104943"/>
                  <a:pt x="7183" y="112126"/>
                  <a:pt x="16018" y="112126"/>
                </a:cubicBezTo>
                <a:close/>
              </a:path>
            </a:pathLst>
          </a:custGeom>
          <a:solidFill>
            <a:srgbClr val="E6EDF3">
              <a:alpha val="70196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6883858" y="2313920"/>
            <a:ext cx="832937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templates/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831227" y="2561055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0" y="16018"/>
                </a:moveTo>
                <a:cubicBezTo>
                  <a:pt x="0" y="7183"/>
                  <a:pt x="7183" y="0"/>
                  <a:pt x="16018" y="0"/>
                </a:cubicBezTo>
                <a:lnTo>
                  <a:pt x="53435" y="0"/>
                </a:lnTo>
                <a:cubicBezTo>
                  <a:pt x="57690" y="0"/>
                  <a:pt x="61769" y="1677"/>
                  <a:pt x="64773" y="4680"/>
                </a:cubicBezTo>
                <a:lnTo>
                  <a:pt x="91428" y="31360"/>
                </a:lnTo>
                <a:cubicBezTo>
                  <a:pt x="94431" y="34364"/>
                  <a:pt x="96108" y="38443"/>
                  <a:pt x="96108" y="42698"/>
                </a:cubicBezTo>
                <a:lnTo>
                  <a:pt x="96108" y="112126"/>
                </a:lnTo>
                <a:cubicBezTo>
                  <a:pt x="96108" y="120961"/>
                  <a:pt x="88925" y="128144"/>
                  <a:pt x="80090" y="128144"/>
                </a:cubicBezTo>
                <a:lnTo>
                  <a:pt x="16018" y="128144"/>
                </a:lnTo>
                <a:cubicBezTo>
                  <a:pt x="7183" y="128144"/>
                  <a:pt x="0" y="120961"/>
                  <a:pt x="0" y="112126"/>
                </a:cubicBezTo>
                <a:lnTo>
                  <a:pt x="0" y="16018"/>
                </a:lnTo>
                <a:close/>
                <a:moveTo>
                  <a:pt x="52059" y="14641"/>
                </a:moveTo>
                <a:lnTo>
                  <a:pt x="52059" y="38043"/>
                </a:lnTo>
                <a:cubicBezTo>
                  <a:pt x="52059" y="41372"/>
                  <a:pt x="54737" y="44050"/>
                  <a:pt x="58065" y="44050"/>
                </a:cubicBezTo>
                <a:lnTo>
                  <a:pt x="81467" y="44050"/>
                </a:lnTo>
                <a:lnTo>
                  <a:pt x="52059" y="14641"/>
                </a:lnTo>
                <a:close/>
                <a:moveTo>
                  <a:pt x="38593" y="73983"/>
                </a:moveTo>
                <a:cubicBezTo>
                  <a:pt x="40746" y="71455"/>
                  <a:pt x="40471" y="67676"/>
                  <a:pt x="37943" y="65524"/>
                </a:cubicBezTo>
                <a:cubicBezTo>
                  <a:pt x="35415" y="63371"/>
                  <a:pt x="31636" y="63647"/>
                  <a:pt x="29483" y="66174"/>
                </a:cubicBezTo>
                <a:lnTo>
                  <a:pt x="17470" y="80190"/>
                </a:lnTo>
                <a:cubicBezTo>
                  <a:pt x="15542" y="82443"/>
                  <a:pt x="15542" y="85746"/>
                  <a:pt x="17470" y="87999"/>
                </a:cubicBezTo>
                <a:lnTo>
                  <a:pt x="29483" y="102015"/>
                </a:lnTo>
                <a:cubicBezTo>
                  <a:pt x="31636" y="104543"/>
                  <a:pt x="35440" y="104818"/>
                  <a:pt x="37943" y="102665"/>
                </a:cubicBezTo>
                <a:cubicBezTo>
                  <a:pt x="40445" y="100513"/>
                  <a:pt x="40746" y="96709"/>
                  <a:pt x="38593" y="94206"/>
                </a:cubicBezTo>
                <a:lnTo>
                  <a:pt x="29934" y="84095"/>
                </a:lnTo>
                <a:lnTo>
                  <a:pt x="38593" y="73983"/>
                </a:lnTo>
                <a:close/>
                <a:moveTo>
                  <a:pt x="66625" y="66174"/>
                </a:moveTo>
                <a:cubicBezTo>
                  <a:pt x="64473" y="63647"/>
                  <a:pt x="60668" y="63371"/>
                  <a:pt x="58165" y="65524"/>
                </a:cubicBezTo>
                <a:cubicBezTo>
                  <a:pt x="55663" y="67676"/>
                  <a:pt x="55362" y="71480"/>
                  <a:pt x="57515" y="73983"/>
                </a:cubicBezTo>
                <a:lnTo>
                  <a:pt x="66174" y="84095"/>
                </a:lnTo>
                <a:lnTo>
                  <a:pt x="57515" y="94206"/>
                </a:lnTo>
                <a:cubicBezTo>
                  <a:pt x="55362" y="96734"/>
                  <a:pt x="55638" y="100513"/>
                  <a:pt x="58165" y="102665"/>
                </a:cubicBezTo>
                <a:cubicBezTo>
                  <a:pt x="60693" y="104818"/>
                  <a:pt x="64473" y="104543"/>
                  <a:pt x="66625" y="102015"/>
                </a:cubicBezTo>
                <a:lnTo>
                  <a:pt x="78638" y="87999"/>
                </a:lnTo>
                <a:cubicBezTo>
                  <a:pt x="80566" y="85746"/>
                  <a:pt x="80566" y="82443"/>
                  <a:pt x="78638" y="80190"/>
                </a:cubicBezTo>
                <a:lnTo>
                  <a:pt x="66625" y="6617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54" name="Text 52"/>
          <p:cNvSpPr/>
          <p:nvPr/>
        </p:nvSpPr>
        <p:spPr>
          <a:xfrm>
            <a:off x="7030308" y="2533595"/>
            <a:ext cx="832937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index.html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72627" y="2551902"/>
            <a:ext cx="915315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Frontend UI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668759" y="2780731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16018" y="112126"/>
                </a:moveTo>
                <a:lnTo>
                  <a:pt x="112126" y="112126"/>
                </a:lnTo>
                <a:cubicBezTo>
                  <a:pt x="120961" y="112126"/>
                  <a:pt x="128144" y="104943"/>
                  <a:pt x="128144" y="96108"/>
                </a:cubicBezTo>
                <a:lnTo>
                  <a:pt x="128144" y="36041"/>
                </a:lnTo>
                <a:cubicBezTo>
                  <a:pt x="128144" y="27206"/>
                  <a:pt x="120961" y="20023"/>
                  <a:pt x="112126" y="20023"/>
                </a:cubicBezTo>
                <a:lnTo>
                  <a:pt x="74759" y="20023"/>
                </a:lnTo>
                <a:cubicBezTo>
                  <a:pt x="73032" y="20023"/>
                  <a:pt x="71330" y="19472"/>
                  <a:pt x="69954" y="18421"/>
                </a:cubicBezTo>
                <a:lnTo>
                  <a:pt x="60343" y="11213"/>
                </a:lnTo>
                <a:cubicBezTo>
                  <a:pt x="57565" y="9135"/>
                  <a:pt x="54186" y="8009"/>
                  <a:pt x="50732" y="8009"/>
                </a:cubicBezTo>
                <a:lnTo>
                  <a:pt x="16018" y="8009"/>
                </a:lnTo>
                <a:cubicBezTo>
                  <a:pt x="7183" y="8009"/>
                  <a:pt x="0" y="15192"/>
                  <a:pt x="0" y="24027"/>
                </a:cubicBezTo>
                <a:lnTo>
                  <a:pt x="0" y="96108"/>
                </a:lnTo>
                <a:cubicBezTo>
                  <a:pt x="0" y="104943"/>
                  <a:pt x="7183" y="112126"/>
                  <a:pt x="16018" y="112126"/>
                </a:cubicBezTo>
                <a:close/>
              </a:path>
            </a:pathLst>
          </a:custGeom>
          <a:solidFill>
            <a:srgbClr val="E6EDF3">
              <a:alpha val="70196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883858" y="2753271"/>
            <a:ext cx="60410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static/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831227" y="3000406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0" y="16018"/>
                </a:moveTo>
                <a:cubicBezTo>
                  <a:pt x="0" y="7183"/>
                  <a:pt x="7183" y="0"/>
                  <a:pt x="16018" y="0"/>
                </a:cubicBezTo>
                <a:lnTo>
                  <a:pt x="53435" y="0"/>
                </a:lnTo>
                <a:cubicBezTo>
                  <a:pt x="57690" y="0"/>
                  <a:pt x="61769" y="1677"/>
                  <a:pt x="64773" y="4680"/>
                </a:cubicBezTo>
                <a:lnTo>
                  <a:pt x="91428" y="31360"/>
                </a:lnTo>
                <a:cubicBezTo>
                  <a:pt x="94431" y="34364"/>
                  <a:pt x="96108" y="38443"/>
                  <a:pt x="96108" y="42698"/>
                </a:cubicBezTo>
                <a:lnTo>
                  <a:pt x="96108" y="112126"/>
                </a:lnTo>
                <a:cubicBezTo>
                  <a:pt x="96108" y="120961"/>
                  <a:pt x="88925" y="128144"/>
                  <a:pt x="80090" y="128144"/>
                </a:cubicBezTo>
                <a:lnTo>
                  <a:pt x="16018" y="128144"/>
                </a:lnTo>
                <a:cubicBezTo>
                  <a:pt x="7183" y="128144"/>
                  <a:pt x="0" y="120961"/>
                  <a:pt x="0" y="112126"/>
                </a:cubicBezTo>
                <a:lnTo>
                  <a:pt x="0" y="16018"/>
                </a:lnTo>
                <a:close/>
                <a:moveTo>
                  <a:pt x="52059" y="14641"/>
                </a:moveTo>
                <a:lnTo>
                  <a:pt x="52059" y="38043"/>
                </a:lnTo>
                <a:cubicBezTo>
                  <a:pt x="52059" y="41372"/>
                  <a:pt x="54737" y="44050"/>
                  <a:pt x="58065" y="44050"/>
                </a:cubicBezTo>
                <a:lnTo>
                  <a:pt x="81467" y="44050"/>
                </a:lnTo>
                <a:lnTo>
                  <a:pt x="52059" y="14641"/>
                </a:lnTo>
                <a:close/>
                <a:moveTo>
                  <a:pt x="38593" y="73983"/>
                </a:moveTo>
                <a:cubicBezTo>
                  <a:pt x="40746" y="71455"/>
                  <a:pt x="40471" y="67676"/>
                  <a:pt x="37943" y="65524"/>
                </a:cubicBezTo>
                <a:cubicBezTo>
                  <a:pt x="35415" y="63371"/>
                  <a:pt x="31636" y="63647"/>
                  <a:pt x="29483" y="66174"/>
                </a:cubicBezTo>
                <a:lnTo>
                  <a:pt x="17470" y="80190"/>
                </a:lnTo>
                <a:cubicBezTo>
                  <a:pt x="15542" y="82443"/>
                  <a:pt x="15542" y="85746"/>
                  <a:pt x="17470" y="87999"/>
                </a:cubicBezTo>
                <a:lnTo>
                  <a:pt x="29483" y="102015"/>
                </a:lnTo>
                <a:cubicBezTo>
                  <a:pt x="31636" y="104543"/>
                  <a:pt x="35440" y="104818"/>
                  <a:pt x="37943" y="102665"/>
                </a:cubicBezTo>
                <a:cubicBezTo>
                  <a:pt x="40445" y="100513"/>
                  <a:pt x="40746" y="96709"/>
                  <a:pt x="38593" y="94206"/>
                </a:cubicBezTo>
                <a:lnTo>
                  <a:pt x="29934" y="84095"/>
                </a:lnTo>
                <a:lnTo>
                  <a:pt x="38593" y="73983"/>
                </a:lnTo>
                <a:close/>
                <a:moveTo>
                  <a:pt x="66625" y="66174"/>
                </a:moveTo>
                <a:cubicBezTo>
                  <a:pt x="64473" y="63647"/>
                  <a:pt x="60668" y="63371"/>
                  <a:pt x="58165" y="65524"/>
                </a:cubicBezTo>
                <a:cubicBezTo>
                  <a:pt x="55663" y="67676"/>
                  <a:pt x="55362" y="71480"/>
                  <a:pt x="57515" y="73983"/>
                </a:cubicBezTo>
                <a:lnTo>
                  <a:pt x="66174" y="84095"/>
                </a:lnTo>
                <a:lnTo>
                  <a:pt x="57515" y="94206"/>
                </a:lnTo>
                <a:cubicBezTo>
                  <a:pt x="55362" y="96734"/>
                  <a:pt x="55638" y="100513"/>
                  <a:pt x="58165" y="102665"/>
                </a:cubicBezTo>
                <a:cubicBezTo>
                  <a:pt x="60693" y="104818"/>
                  <a:pt x="64473" y="104543"/>
                  <a:pt x="66625" y="102015"/>
                </a:cubicBezTo>
                <a:lnTo>
                  <a:pt x="78638" y="87999"/>
                </a:lnTo>
                <a:cubicBezTo>
                  <a:pt x="80566" y="85746"/>
                  <a:pt x="80566" y="82443"/>
                  <a:pt x="78638" y="80190"/>
                </a:cubicBezTo>
                <a:lnTo>
                  <a:pt x="66625" y="6617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59" name="Text 57"/>
          <p:cNvSpPr/>
          <p:nvPr/>
        </p:nvSpPr>
        <p:spPr>
          <a:xfrm>
            <a:off x="7030308" y="2972947"/>
            <a:ext cx="759712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style.css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7795626" y="2991253"/>
            <a:ext cx="649874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Styling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831227" y="3220082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0" y="16018"/>
                </a:moveTo>
                <a:cubicBezTo>
                  <a:pt x="0" y="7183"/>
                  <a:pt x="7183" y="0"/>
                  <a:pt x="16018" y="0"/>
                </a:cubicBezTo>
                <a:lnTo>
                  <a:pt x="53435" y="0"/>
                </a:lnTo>
                <a:cubicBezTo>
                  <a:pt x="57690" y="0"/>
                  <a:pt x="61769" y="1677"/>
                  <a:pt x="64773" y="4680"/>
                </a:cubicBezTo>
                <a:lnTo>
                  <a:pt x="91428" y="31360"/>
                </a:lnTo>
                <a:cubicBezTo>
                  <a:pt x="94431" y="34364"/>
                  <a:pt x="96108" y="38443"/>
                  <a:pt x="96108" y="42698"/>
                </a:cubicBezTo>
                <a:lnTo>
                  <a:pt x="96108" y="112126"/>
                </a:lnTo>
                <a:cubicBezTo>
                  <a:pt x="96108" y="120961"/>
                  <a:pt x="88925" y="128144"/>
                  <a:pt x="80090" y="128144"/>
                </a:cubicBezTo>
                <a:lnTo>
                  <a:pt x="16018" y="128144"/>
                </a:lnTo>
                <a:cubicBezTo>
                  <a:pt x="7183" y="128144"/>
                  <a:pt x="0" y="120961"/>
                  <a:pt x="0" y="112126"/>
                </a:cubicBezTo>
                <a:lnTo>
                  <a:pt x="0" y="16018"/>
                </a:lnTo>
                <a:close/>
                <a:moveTo>
                  <a:pt x="52059" y="14641"/>
                </a:moveTo>
                <a:lnTo>
                  <a:pt x="52059" y="38043"/>
                </a:lnTo>
                <a:cubicBezTo>
                  <a:pt x="52059" y="41372"/>
                  <a:pt x="54737" y="44050"/>
                  <a:pt x="58065" y="44050"/>
                </a:cubicBezTo>
                <a:lnTo>
                  <a:pt x="81467" y="44050"/>
                </a:lnTo>
                <a:lnTo>
                  <a:pt x="52059" y="14641"/>
                </a:lnTo>
                <a:close/>
                <a:moveTo>
                  <a:pt x="38593" y="73983"/>
                </a:moveTo>
                <a:cubicBezTo>
                  <a:pt x="40746" y="71455"/>
                  <a:pt x="40471" y="67676"/>
                  <a:pt x="37943" y="65524"/>
                </a:cubicBezTo>
                <a:cubicBezTo>
                  <a:pt x="35415" y="63371"/>
                  <a:pt x="31636" y="63647"/>
                  <a:pt x="29483" y="66174"/>
                </a:cubicBezTo>
                <a:lnTo>
                  <a:pt x="17470" y="80190"/>
                </a:lnTo>
                <a:cubicBezTo>
                  <a:pt x="15542" y="82443"/>
                  <a:pt x="15542" y="85746"/>
                  <a:pt x="17470" y="87999"/>
                </a:cubicBezTo>
                <a:lnTo>
                  <a:pt x="29483" y="102015"/>
                </a:lnTo>
                <a:cubicBezTo>
                  <a:pt x="31636" y="104543"/>
                  <a:pt x="35440" y="104818"/>
                  <a:pt x="37943" y="102665"/>
                </a:cubicBezTo>
                <a:cubicBezTo>
                  <a:pt x="40445" y="100513"/>
                  <a:pt x="40746" y="96709"/>
                  <a:pt x="38593" y="94206"/>
                </a:cubicBezTo>
                <a:lnTo>
                  <a:pt x="29934" y="84095"/>
                </a:lnTo>
                <a:lnTo>
                  <a:pt x="38593" y="73983"/>
                </a:lnTo>
                <a:close/>
                <a:moveTo>
                  <a:pt x="66625" y="66174"/>
                </a:moveTo>
                <a:cubicBezTo>
                  <a:pt x="64473" y="63647"/>
                  <a:pt x="60668" y="63371"/>
                  <a:pt x="58165" y="65524"/>
                </a:cubicBezTo>
                <a:cubicBezTo>
                  <a:pt x="55663" y="67676"/>
                  <a:pt x="55362" y="71480"/>
                  <a:pt x="57515" y="73983"/>
                </a:cubicBezTo>
                <a:lnTo>
                  <a:pt x="66174" y="84095"/>
                </a:lnTo>
                <a:lnTo>
                  <a:pt x="57515" y="94206"/>
                </a:lnTo>
                <a:cubicBezTo>
                  <a:pt x="55362" y="96734"/>
                  <a:pt x="55638" y="100513"/>
                  <a:pt x="58165" y="102665"/>
                </a:cubicBezTo>
                <a:cubicBezTo>
                  <a:pt x="60693" y="104818"/>
                  <a:pt x="64473" y="104543"/>
                  <a:pt x="66625" y="102015"/>
                </a:cubicBezTo>
                <a:lnTo>
                  <a:pt x="78638" y="87999"/>
                </a:lnTo>
                <a:cubicBezTo>
                  <a:pt x="80566" y="85746"/>
                  <a:pt x="80566" y="82443"/>
                  <a:pt x="78638" y="80190"/>
                </a:cubicBezTo>
                <a:lnTo>
                  <a:pt x="66625" y="6617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2" name="Text 60"/>
          <p:cNvSpPr/>
          <p:nvPr/>
        </p:nvSpPr>
        <p:spPr>
          <a:xfrm>
            <a:off x="7030308" y="3192623"/>
            <a:ext cx="759712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script.js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795626" y="3210929"/>
            <a:ext cx="1043459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Interactivity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668759" y="3439758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16018" y="112126"/>
                </a:moveTo>
                <a:lnTo>
                  <a:pt x="112126" y="112126"/>
                </a:lnTo>
                <a:cubicBezTo>
                  <a:pt x="120961" y="112126"/>
                  <a:pt x="128144" y="104943"/>
                  <a:pt x="128144" y="96108"/>
                </a:cubicBezTo>
                <a:lnTo>
                  <a:pt x="128144" y="36041"/>
                </a:lnTo>
                <a:cubicBezTo>
                  <a:pt x="128144" y="27206"/>
                  <a:pt x="120961" y="20023"/>
                  <a:pt x="112126" y="20023"/>
                </a:cubicBezTo>
                <a:lnTo>
                  <a:pt x="74759" y="20023"/>
                </a:lnTo>
                <a:cubicBezTo>
                  <a:pt x="73032" y="20023"/>
                  <a:pt x="71330" y="19472"/>
                  <a:pt x="69954" y="18421"/>
                </a:cubicBezTo>
                <a:lnTo>
                  <a:pt x="60343" y="11213"/>
                </a:lnTo>
                <a:cubicBezTo>
                  <a:pt x="57565" y="9135"/>
                  <a:pt x="54186" y="8009"/>
                  <a:pt x="50732" y="8009"/>
                </a:cubicBezTo>
                <a:lnTo>
                  <a:pt x="16018" y="8009"/>
                </a:lnTo>
                <a:cubicBezTo>
                  <a:pt x="7183" y="8009"/>
                  <a:pt x="0" y="15192"/>
                  <a:pt x="0" y="24027"/>
                </a:cubicBezTo>
                <a:lnTo>
                  <a:pt x="0" y="96108"/>
                </a:lnTo>
                <a:cubicBezTo>
                  <a:pt x="0" y="104943"/>
                  <a:pt x="7183" y="112126"/>
                  <a:pt x="16018" y="112126"/>
                </a:cubicBezTo>
                <a:close/>
              </a:path>
            </a:pathLst>
          </a:custGeom>
          <a:solidFill>
            <a:srgbClr val="E6EDF3">
              <a:alpha val="7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883858" y="3412298"/>
            <a:ext cx="677333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uploads/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572290" y="3430604"/>
            <a:ext cx="1308901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Temporary storage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684777" y="3659433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16018" y="0"/>
                </a:moveTo>
                <a:cubicBezTo>
                  <a:pt x="7183" y="0"/>
                  <a:pt x="0" y="7183"/>
                  <a:pt x="0" y="16018"/>
                </a:cubicBezTo>
                <a:lnTo>
                  <a:pt x="0" y="112126"/>
                </a:lnTo>
                <a:cubicBezTo>
                  <a:pt x="0" y="120961"/>
                  <a:pt x="7183" y="128144"/>
                  <a:pt x="16018" y="128144"/>
                </a:cubicBezTo>
                <a:lnTo>
                  <a:pt x="80090" y="128144"/>
                </a:lnTo>
                <a:cubicBezTo>
                  <a:pt x="88925" y="128144"/>
                  <a:pt x="96108" y="120961"/>
                  <a:pt x="96108" y="112126"/>
                </a:cubicBezTo>
                <a:lnTo>
                  <a:pt x="96108" y="42673"/>
                </a:lnTo>
                <a:cubicBezTo>
                  <a:pt x="96108" y="38418"/>
                  <a:pt x="94431" y="34339"/>
                  <a:pt x="91428" y="31335"/>
                </a:cubicBezTo>
                <a:lnTo>
                  <a:pt x="64748" y="4680"/>
                </a:lnTo>
                <a:cubicBezTo>
                  <a:pt x="61744" y="1677"/>
                  <a:pt x="57690" y="0"/>
                  <a:pt x="53435" y="0"/>
                </a:cubicBezTo>
                <a:lnTo>
                  <a:pt x="16018" y="0"/>
                </a:lnTo>
                <a:close/>
                <a:moveTo>
                  <a:pt x="81467" y="44050"/>
                </a:moveTo>
                <a:lnTo>
                  <a:pt x="58065" y="44050"/>
                </a:lnTo>
                <a:cubicBezTo>
                  <a:pt x="54737" y="44050"/>
                  <a:pt x="52059" y="41372"/>
                  <a:pt x="52059" y="38043"/>
                </a:cubicBezTo>
                <a:lnTo>
                  <a:pt x="52059" y="14641"/>
                </a:lnTo>
                <a:lnTo>
                  <a:pt x="81467" y="44050"/>
                </a:lnTo>
                <a:close/>
              </a:path>
            </a:pathLst>
          </a:custGeom>
          <a:solidFill>
            <a:srgbClr val="E6EDF3">
              <a:alpha val="70196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6883858" y="3631974"/>
            <a:ext cx="129059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requirements.txt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187495" y="3650280"/>
            <a:ext cx="979387" cy="146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5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← Dependencies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170827" y="4301983"/>
            <a:ext cx="5645665" cy="2551899"/>
          </a:xfrm>
          <a:custGeom>
            <a:avLst/>
            <a:gdLst/>
            <a:ahLst/>
            <a:cxnLst/>
            <a:rect l="l" t="t" r="r" b="b"/>
            <a:pathLst>
              <a:path w="5645665" h="2551899">
                <a:moveTo>
                  <a:pt x="109834" y="0"/>
                </a:moveTo>
                <a:lnTo>
                  <a:pt x="5535831" y="0"/>
                </a:lnTo>
                <a:cubicBezTo>
                  <a:pt x="5596491" y="0"/>
                  <a:pt x="5645665" y="49174"/>
                  <a:pt x="5645665" y="109834"/>
                </a:cubicBezTo>
                <a:lnTo>
                  <a:pt x="5645665" y="2442065"/>
                </a:lnTo>
                <a:cubicBezTo>
                  <a:pt x="5645665" y="2502725"/>
                  <a:pt x="5596491" y="2551899"/>
                  <a:pt x="5535831" y="2551899"/>
                </a:cubicBezTo>
                <a:lnTo>
                  <a:pt x="109834" y="2551899"/>
                </a:lnTo>
                <a:cubicBezTo>
                  <a:pt x="49174" y="2551899"/>
                  <a:pt x="0" y="2502725"/>
                  <a:pt x="0" y="2442065"/>
                </a:cubicBezTo>
                <a:lnTo>
                  <a:pt x="0" y="109834"/>
                </a:lnTo>
                <a:cubicBezTo>
                  <a:pt x="0" y="49174"/>
                  <a:pt x="49174" y="0"/>
                  <a:pt x="10983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90732" y="4534471"/>
            <a:ext cx="144162" cy="164757"/>
          </a:xfrm>
          <a:custGeom>
            <a:avLst/>
            <a:gdLst/>
            <a:ahLst/>
            <a:cxnLst/>
            <a:rect l="l" t="t" r="r" b="b"/>
            <a:pathLst>
              <a:path w="144162" h="164757">
                <a:moveTo>
                  <a:pt x="82378" y="10297"/>
                </a:moveTo>
                <a:cubicBezTo>
                  <a:pt x="82378" y="4602"/>
                  <a:pt x="77777" y="0"/>
                  <a:pt x="72081" y="0"/>
                </a:cubicBezTo>
                <a:cubicBezTo>
                  <a:pt x="66385" y="0"/>
                  <a:pt x="61784" y="4602"/>
                  <a:pt x="61784" y="10297"/>
                </a:cubicBezTo>
                <a:lnTo>
                  <a:pt x="61784" y="78099"/>
                </a:lnTo>
                <a:lnTo>
                  <a:pt x="48462" y="64776"/>
                </a:lnTo>
                <a:cubicBezTo>
                  <a:pt x="44439" y="60754"/>
                  <a:pt x="37907" y="60754"/>
                  <a:pt x="33885" y="64776"/>
                </a:cubicBezTo>
                <a:cubicBezTo>
                  <a:pt x="29862" y="68799"/>
                  <a:pt x="29862" y="75331"/>
                  <a:pt x="33885" y="79354"/>
                </a:cubicBezTo>
                <a:lnTo>
                  <a:pt x="64776" y="110245"/>
                </a:lnTo>
                <a:cubicBezTo>
                  <a:pt x="68799" y="114268"/>
                  <a:pt x="75331" y="114268"/>
                  <a:pt x="79354" y="110245"/>
                </a:cubicBezTo>
                <a:lnTo>
                  <a:pt x="110245" y="79354"/>
                </a:lnTo>
                <a:cubicBezTo>
                  <a:pt x="114268" y="75331"/>
                  <a:pt x="114268" y="68799"/>
                  <a:pt x="110245" y="64776"/>
                </a:cubicBezTo>
                <a:cubicBezTo>
                  <a:pt x="106223" y="60754"/>
                  <a:pt x="99691" y="60754"/>
                  <a:pt x="95668" y="64776"/>
                </a:cubicBezTo>
                <a:lnTo>
                  <a:pt x="82378" y="78099"/>
                </a:lnTo>
                <a:lnTo>
                  <a:pt x="82378" y="10297"/>
                </a:lnTo>
                <a:close/>
                <a:moveTo>
                  <a:pt x="20595" y="102973"/>
                </a:moveTo>
                <a:cubicBezTo>
                  <a:pt x="9235" y="102973"/>
                  <a:pt x="0" y="112208"/>
                  <a:pt x="0" y="123568"/>
                </a:cubicBezTo>
                <a:lnTo>
                  <a:pt x="0" y="133865"/>
                </a:lnTo>
                <a:cubicBezTo>
                  <a:pt x="0" y="145224"/>
                  <a:pt x="9235" y="154459"/>
                  <a:pt x="20595" y="154459"/>
                </a:cubicBezTo>
                <a:lnTo>
                  <a:pt x="123568" y="154459"/>
                </a:lnTo>
                <a:cubicBezTo>
                  <a:pt x="134927" y="154459"/>
                  <a:pt x="144162" y="145224"/>
                  <a:pt x="144162" y="133865"/>
                </a:cubicBezTo>
                <a:lnTo>
                  <a:pt x="144162" y="123568"/>
                </a:lnTo>
                <a:cubicBezTo>
                  <a:pt x="144162" y="112208"/>
                  <a:pt x="134927" y="102973"/>
                  <a:pt x="123568" y="102973"/>
                </a:cubicBezTo>
                <a:lnTo>
                  <a:pt x="108476" y="102973"/>
                </a:lnTo>
                <a:lnTo>
                  <a:pt x="90262" y="121186"/>
                </a:lnTo>
                <a:cubicBezTo>
                  <a:pt x="80222" y="131226"/>
                  <a:pt x="63908" y="131226"/>
                  <a:pt x="53868" y="121186"/>
                </a:cubicBezTo>
                <a:lnTo>
                  <a:pt x="35687" y="102973"/>
                </a:lnTo>
                <a:lnTo>
                  <a:pt x="20595" y="102973"/>
                </a:lnTo>
                <a:close/>
                <a:moveTo>
                  <a:pt x="118419" y="120993"/>
                </a:moveTo>
                <a:cubicBezTo>
                  <a:pt x="122681" y="120993"/>
                  <a:pt x="126142" y="124454"/>
                  <a:pt x="126142" y="128716"/>
                </a:cubicBezTo>
                <a:cubicBezTo>
                  <a:pt x="126142" y="132979"/>
                  <a:pt x="122681" y="136439"/>
                  <a:pt x="118419" y="136439"/>
                </a:cubicBezTo>
                <a:cubicBezTo>
                  <a:pt x="114156" y="136439"/>
                  <a:pt x="110696" y="132979"/>
                  <a:pt x="110696" y="128716"/>
                </a:cubicBezTo>
                <a:cubicBezTo>
                  <a:pt x="110696" y="124454"/>
                  <a:pt x="114156" y="120993"/>
                  <a:pt x="118419" y="12099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2" name="Text 70"/>
          <p:cNvSpPr/>
          <p:nvPr/>
        </p:nvSpPr>
        <p:spPr>
          <a:xfrm>
            <a:off x="6568074" y="4488705"/>
            <a:ext cx="5144072" cy="256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7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Required Dependencies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6357551" y="4891444"/>
            <a:ext cx="5272216" cy="1244829"/>
          </a:xfrm>
          <a:custGeom>
            <a:avLst/>
            <a:gdLst/>
            <a:ahLst/>
            <a:cxnLst/>
            <a:rect l="l" t="t" r="r" b="b"/>
            <a:pathLst>
              <a:path w="5272216" h="1244829">
                <a:moveTo>
                  <a:pt x="73221" y="0"/>
                </a:moveTo>
                <a:lnTo>
                  <a:pt x="5198995" y="0"/>
                </a:lnTo>
                <a:cubicBezTo>
                  <a:pt x="5239434" y="0"/>
                  <a:pt x="5272216" y="32782"/>
                  <a:pt x="5272216" y="73221"/>
                </a:cubicBezTo>
                <a:lnTo>
                  <a:pt x="5272216" y="1171608"/>
                </a:lnTo>
                <a:cubicBezTo>
                  <a:pt x="5272216" y="1212047"/>
                  <a:pt x="5239434" y="1244829"/>
                  <a:pt x="5198995" y="1244829"/>
                </a:cubicBezTo>
                <a:lnTo>
                  <a:pt x="73221" y="1244829"/>
                </a:lnTo>
                <a:cubicBezTo>
                  <a:pt x="32782" y="1244829"/>
                  <a:pt x="0" y="1212047"/>
                  <a:pt x="0" y="1171608"/>
                </a:cubicBezTo>
                <a:lnTo>
                  <a:pt x="0" y="73221"/>
                </a:lnTo>
                <a:cubicBezTo>
                  <a:pt x="0" y="32809"/>
                  <a:pt x="32809" y="0"/>
                  <a:pt x="73221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74" name="Text 72"/>
          <p:cNvSpPr/>
          <p:nvPr/>
        </p:nvSpPr>
        <p:spPr>
          <a:xfrm>
            <a:off x="6504002" y="5037895"/>
            <a:ext cx="29290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808001" y="5037895"/>
            <a:ext cx="60410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7419546" y="5037895"/>
            <a:ext cx="44850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7877318" y="5037895"/>
            <a:ext cx="1217369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Web framework</a:t>
            </a:r>
            <a:endParaRPr lang="en-US" sz="1600" dirty="0"/>
          </a:p>
        </p:txBody>
      </p:sp>
      <p:sp>
        <p:nvSpPr>
          <p:cNvPr id="78" name="Text 76"/>
          <p:cNvSpPr/>
          <p:nvPr/>
        </p:nvSpPr>
        <p:spPr>
          <a:xfrm>
            <a:off x="6504002" y="5294183"/>
            <a:ext cx="29290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6808001" y="5294183"/>
            <a:ext cx="60410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419546" y="5294183"/>
            <a:ext cx="906162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pytesseract</a:t>
            </a:r>
            <a:endParaRPr lang="en-US" sz="1600" dirty="0"/>
          </a:p>
        </p:txBody>
      </p:sp>
      <p:sp>
        <p:nvSpPr>
          <p:cNvPr id="81" name="Text 79"/>
          <p:cNvSpPr/>
          <p:nvPr/>
        </p:nvSpPr>
        <p:spPr>
          <a:xfrm>
            <a:off x="8338752" y="5294183"/>
            <a:ext cx="98854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OCR engine</a:t>
            </a:r>
            <a:endParaRPr lang="en-US" sz="1600" dirty="0"/>
          </a:p>
        </p:txBody>
      </p:sp>
      <p:sp>
        <p:nvSpPr>
          <p:cNvPr id="82" name="Text 80"/>
          <p:cNvSpPr/>
          <p:nvPr/>
        </p:nvSpPr>
        <p:spPr>
          <a:xfrm>
            <a:off x="6504002" y="5550471"/>
            <a:ext cx="29290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</a:t>
            </a:r>
            <a:endParaRPr lang="en-US" sz="1600" dirty="0"/>
          </a:p>
        </p:txBody>
      </p:sp>
      <p:sp>
        <p:nvSpPr>
          <p:cNvPr id="83" name="Text 81"/>
          <p:cNvSpPr/>
          <p:nvPr/>
        </p:nvSpPr>
        <p:spPr>
          <a:xfrm>
            <a:off x="6808001" y="5550471"/>
            <a:ext cx="60410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7419546" y="5550471"/>
            <a:ext cx="521730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pillow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7954205" y="5550471"/>
            <a:ext cx="144619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Image processing</a:t>
            </a:r>
            <a:endParaRPr lang="en-US" sz="1600" dirty="0"/>
          </a:p>
        </p:txBody>
      </p:sp>
      <p:sp>
        <p:nvSpPr>
          <p:cNvPr id="86" name="Text 84"/>
          <p:cNvSpPr/>
          <p:nvPr/>
        </p:nvSpPr>
        <p:spPr>
          <a:xfrm>
            <a:off x="6504002" y="5806759"/>
            <a:ext cx="29290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pip</a:t>
            </a:r>
            <a:endParaRPr lang="en-US" sz="1600" dirty="0"/>
          </a:p>
        </p:txBody>
      </p:sp>
      <p:sp>
        <p:nvSpPr>
          <p:cNvPr id="87" name="Text 85"/>
          <p:cNvSpPr/>
          <p:nvPr/>
        </p:nvSpPr>
        <p:spPr>
          <a:xfrm>
            <a:off x="6808001" y="5806759"/>
            <a:ext cx="60410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install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7419546" y="5806759"/>
            <a:ext cx="988541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89" name="Text 87"/>
          <p:cNvSpPr/>
          <p:nvPr/>
        </p:nvSpPr>
        <p:spPr>
          <a:xfrm>
            <a:off x="8415638" y="5806759"/>
            <a:ext cx="1757405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ML models (optional)</a:t>
            </a:r>
            <a:endParaRPr lang="en-US" sz="1600" dirty="0"/>
          </a:p>
        </p:txBody>
      </p:sp>
      <p:sp>
        <p:nvSpPr>
          <p:cNvPr id="90" name="Shape 88"/>
          <p:cNvSpPr/>
          <p:nvPr/>
        </p:nvSpPr>
        <p:spPr>
          <a:xfrm>
            <a:off x="6361213" y="6249772"/>
            <a:ext cx="5270386" cy="410061"/>
          </a:xfrm>
          <a:custGeom>
            <a:avLst/>
            <a:gdLst/>
            <a:ahLst/>
            <a:cxnLst/>
            <a:rect l="l" t="t" r="r" b="b"/>
            <a:pathLst>
              <a:path w="5270386" h="410061">
                <a:moveTo>
                  <a:pt x="73225" y="0"/>
                </a:moveTo>
                <a:lnTo>
                  <a:pt x="5197161" y="0"/>
                </a:lnTo>
                <a:cubicBezTo>
                  <a:pt x="5237602" y="0"/>
                  <a:pt x="5270386" y="32784"/>
                  <a:pt x="5270386" y="73225"/>
                </a:cubicBezTo>
                <a:lnTo>
                  <a:pt x="5270386" y="336837"/>
                </a:lnTo>
                <a:cubicBezTo>
                  <a:pt x="5270386" y="377277"/>
                  <a:pt x="5237602" y="410061"/>
                  <a:pt x="5197161" y="410061"/>
                </a:cubicBezTo>
                <a:lnTo>
                  <a:pt x="73225" y="410061"/>
                </a:lnTo>
                <a:cubicBezTo>
                  <a:pt x="32811" y="410061"/>
                  <a:pt x="0" y="377250"/>
                  <a:pt x="0" y="336837"/>
                </a:cubicBezTo>
                <a:lnTo>
                  <a:pt x="0" y="73225"/>
                </a:lnTo>
                <a:cubicBezTo>
                  <a:pt x="0" y="32784"/>
                  <a:pt x="32784" y="0"/>
                  <a:pt x="73225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493018" y="6392561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64072" y="128144"/>
                </a:moveTo>
                <a:cubicBezTo>
                  <a:pt x="99434" y="128144"/>
                  <a:pt x="128144" y="99434"/>
                  <a:pt x="128144" y="64072"/>
                </a:cubicBezTo>
                <a:cubicBezTo>
                  <a:pt x="128144" y="28710"/>
                  <a:pt x="99434" y="0"/>
                  <a:pt x="64072" y="0"/>
                </a:cubicBezTo>
                <a:cubicBezTo>
                  <a:pt x="28710" y="0"/>
                  <a:pt x="0" y="28710"/>
                  <a:pt x="0" y="64072"/>
                </a:cubicBezTo>
                <a:cubicBezTo>
                  <a:pt x="0" y="99434"/>
                  <a:pt x="28710" y="128144"/>
                  <a:pt x="64072" y="128144"/>
                </a:cubicBezTo>
                <a:close/>
                <a:moveTo>
                  <a:pt x="56063" y="40045"/>
                </a:moveTo>
                <a:cubicBezTo>
                  <a:pt x="56063" y="35625"/>
                  <a:pt x="59652" y="32036"/>
                  <a:pt x="64072" y="32036"/>
                </a:cubicBezTo>
                <a:cubicBezTo>
                  <a:pt x="68492" y="32036"/>
                  <a:pt x="72081" y="35625"/>
                  <a:pt x="72081" y="40045"/>
                </a:cubicBezTo>
                <a:cubicBezTo>
                  <a:pt x="72081" y="44465"/>
                  <a:pt x="68492" y="48054"/>
                  <a:pt x="64072" y="48054"/>
                </a:cubicBezTo>
                <a:cubicBezTo>
                  <a:pt x="59652" y="48054"/>
                  <a:pt x="56063" y="44465"/>
                  <a:pt x="56063" y="40045"/>
                </a:cubicBezTo>
                <a:close/>
                <a:moveTo>
                  <a:pt x="54061" y="56063"/>
                </a:moveTo>
                <a:lnTo>
                  <a:pt x="66074" y="56063"/>
                </a:lnTo>
                <a:cubicBezTo>
                  <a:pt x="69403" y="56063"/>
                  <a:pt x="72081" y="58741"/>
                  <a:pt x="72081" y="62070"/>
                </a:cubicBezTo>
                <a:lnTo>
                  <a:pt x="72081" y="84095"/>
                </a:lnTo>
                <a:lnTo>
                  <a:pt x="74083" y="84095"/>
                </a:lnTo>
                <a:cubicBezTo>
                  <a:pt x="77412" y="84095"/>
                  <a:pt x="80090" y="86773"/>
                  <a:pt x="80090" y="90101"/>
                </a:cubicBezTo>
                <a:cubicBezTo>
                  <a:pt x="80090" y="93430"/>
                  <a:pt x="77412" y="96108"/>
                  <a:pt x="74083" y="96108"/>
                </a:cubicBezTo>
                <a:lnTo>
                  <a:pt x="54061" y="96108"/>
                </a:lnTo>
                <a:cubicBezTo>
                  <a:pt x="50732" y="96108"/>
                  <a:pt x="48054" y="93430"/>
                  <a:pt x="48054" y="90101"/>
                </a:cubicBezTo>
                <a:cubicBezTo>
                  <a:pt x="48054" y="86773"/>
                  <a:pt x="50732" y="84095"/>
                  <a:pt x="54061" y="84095"/>
                </a:cubicBezTo>
                <a:lnTo>
                  <a:pt x="60068" y="84095"/>
                </a:lnTo>
                <a:lnTo>
                  <a:pt x="60068" y="68077"/>
                </a:lnTo>
                <a:lnTo>
                  <a:pt x="54061" y="68077"/>
                </a:lnTo>
                <a:cubicBezTo>
                  <a:pt x="50732" y="68077"/>
                  <a:pt x="48054" y="65399"/>
                  <a:pt x="48054" y="62070"/>
                </a:cubicBezTo>
                <a:cubicBezTo>
                  <a:pt x="48054" y="58741"/>
                  <a:pt x="50732" y="56063"/>
                  <a:pt x="54061" y="5606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92" name="Text 90"/>
          <p:cNvSpPr/>
          <p:nvPr/>
        </p:nvSpPr>
        <p:spPr>
          <a:xfrm>
            <a:off x="6692243" y="6363274"/>
            <a:ext cx="4889928" cy="183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Also requires </a:t>
            </a:r>
            <a:pPr>
              <a:lnSpc>
                <a:spcPct val="120000"/>
              </a:lnSpc>
            </a:pPr>
            <a:r>
              <a:rPr lang="en-US" sz="1009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Tesseract OCR</a:t>
            </a:r>
            <a:pPr>
              <a:lnSpc>
                <a:spcPct val="120000"/>
              </a:lnSpc>
            </a:pPr>
            <a:r>
              <a:rPr lang="en-US" sz="1009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system installation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64cd9ab5b963ec27e4ba6a1d7c6591d534f0337a.jpe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/>
              </a:gs>
              <a:gs pos="50000">
                <a:srgbClr val="0D11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810704"/>
            <a:ext cx="1503045" cy="426720"/>
          </a:xfrm>
          <a:custGeom>
            <a:avLst/>
            <a:gdLst/>
            <a:ahLst/>
            <a:cxnLst/>
            <a:rect l="l" t="t" r="r" b="b"/>
            <a:pathLst>
              <a:path w="1503045" h="426720">
                <a:moveTo>
                  <a:pt x="213360" y="0"/>
                </a:moveTo>
                <a:lnTo>
                  <a:pt x="1289685" y="0"/>
                </a:lnTo>
                <a:cubicBezTo>
                  <a:pt x="1407520" y="0"/>
                  <a:pt x="1503045" y="95525"/>
                  <a:pt x="1503045" y="213360"/>
                </a:cubicBezTo>
                <a:lnTo>
                  <a:pt x="1503045" y="213360"/>
                </a:lnTo>
                <a:cubicBezTo>
                  <a:pt x="1503045" y="331195"/>
                  <a:pt x="1407520" y="426720"/>
                  <a:pt x="12896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 w="10160">
            <a:solidFill>
              <a:srgbClr val="01FF6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921194"/>
            <a:ext cx="120038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03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69835"/>
            <a:ext cx="57340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Technical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2935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79635"/>
            <a:ext cx="55054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dive into the core detection algorithms and code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DEVELOPMENT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Backend Implementation: Flask API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Flask application handling file uploads, OCR processing, and phishing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273175"/>
            <a:ext cx="6276975" cy="8539163"/>
          </a:xfrm>
          <a:custGeom>
            <a:avLst/>
            <a:gdLst/>
            <a:ahLst/>
            <a:cxnLst/>
            <a:rect l="l" t="t" r="r" b="b"/>
            <a:pathLst>
              <a:path w="6276975" h="8539163">
                <a:moveTo>
                  <a:pt x="95222" y="0"/>
                </a:moveTo>
                <a:lnTo>
                  <a:pt x="6181753" y="0"/>
                </a:lnTo>
                <a:cubicBezTo>
                  <a:pt x="6234343" y="0"/>
                  <a:pt x="6276975" y="42632"/>
                  <a:pt x="6276975" y="95222"/>
                </a:cubicBezTo>
                <a:lnTo>
                  <a:pt x="6276975" y="8443941"/>
                </a:lnTo>
                <a:cubicBezTo>
                  <a:pt x="6276975" y="8496530"/>
                  <a:pt x="6234343" y="8539163"/>
                  <a:pt x="6181753" y="8539163"/>
                </a:cubicBezTo>
                <a:lnTo>
                  <a:pt x="95222" y="8539163"/>
                </a:lnTo>
                <a:cubicBezTo>
                  <a:pt x="42632" y="8539163"/>
                  <a:pt x="0" y="8496530"/>
                  <a:pt x="0" y="8443941"/>
                </a:cubicBezTo>
                <a:lnTo>
                  <a:pt x="0" y="95222"/>
                </a:lnTo>
                <a:cubicBezTo>
                  <a:pt x="0" y="42632"/>
                  <a:pt x="42632" y="0"/>
                  <a:pt x="95222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514" y="1474790"/>
            <a:ext cx="160734" cy="142875"/>
          </a:xfrm>
          <a:custGeom>
            <a:avLst/>
            <a:gdLst/>
            <a:ahLst/>
            <a:cxnLst/>
            <a:rect l="l" t="t" r="r" b="b"/>
            <a:pathLst>
              <a:path w="160734" h="142875">
                <a:moveTo>
                  <a:pt x="100682" y="335"/>
                </a:moveTo>
                <a:cubicBezTo>
                  <a:pt x="95938" y="-1032"/>
                  <a:pt x="90999" y="1730"/>
                  <a:pt x="89632" y="6474"/>
                </a:cubicBezTo>
                <a:lnTo>
                  <a:pt x="53913" y="131490"/>
                </a:lnTo>
                <a:cubicBezTo>
                  <a:pt x="52546" y="136234"/>
                  <a:pt x="55308" y="141173"/>
                  <a:pt x="60052" y="142540"/>
                </a:cubicBezTo>
                <a:cubicBezTo>
                  <a:pt x="64796" y="143907"/>
                  <a:pt x="69735" y="141145"/>
                  <a:pt x="71103" y="136401"/>
                </a:cubicBezTo>
                <a:lnTo>
                  <a:pt x="106821" y="11385"/>
                </a:lnTo>
                <a:cubicBezTo>
                  <a:pt x="108189" y="6641"/>
                  <a:pt x="105426" y="1702"/>
                  <a:pt x="100682" y="335"/>
                </a:cubicBezTo>
                <a:close/>
                <a:moveTo>
                  <a:pt x="118709" y="38314"/>
                </a:moveTo>
                <a:cubicBezTo>
                  <a:pt x="115221" y="41802"/>
                  <a:pt x="115221" y="47467"/>
                  <a:pt x="118709" y="50955"/>
                </a:cubicBezTo>
                <a:lnTo>
                  <a:pt x="139192" y="71438"/>
                </a:lnTo>
                <a:lnTo>
                  <a:pt x="118709" y="91920"/>
                </a:lnTo>
                <a:cubicBezTo>
                  <a:pt x="115221" y="95408"/>
                  <a:pt x="115221" y="101073"/>
                  <a:pt x="118709" y="104561"/>
                </a:cubicBezTo>
                <a:cubicBezTo>
                  <a:pt x="122197" y="108049"/>
                  <a:pt x="127862" y="108049"/>
                  <a:pt x="131350" y="104561"/>
                </a:cubicBezTo>
                <a:lnTo>
                  <a:pt x="158139" y="77772"/>
                </a:lnTo>
                <a:cubicBezTo>
                  <a:pt x="161627" y="74284"/>
                  <a:pt x="161627" y="68619"/>
                  <a:pt x="158139" y="65131"/>
                </a:cubicBezTo>
                <a:lnTo>
                  <a:pt x="131350" y="38342"/>
                </a:lnTo>
                <a:cubicBezTo>
                  <a:pt x="127862" y="34854"/>
                  <a:pt x="122197" y="34854"/>
                  <a:pt x="118709" y="38342"/>
                </a:cubicBezTo>
                <a:close/>
                <a:moveTo>
                  <a:pt x="42053" y="38314"/>
                </a:moveTo>
                <a:cubicBezTo>
                  <a:pt x="38565" y="34826"/>
                  <a:pt x="32900" y="34826"/>
                  <a:pt x="29412" y="38314"/>
                </a:cubicBezTo>
                <a:lnTo>
                  <a:pt x="2623" y="65103"/>
                </a:lnTo>
                <a:cubicBezTo>
                  <a:pt x="-865" y="68591"/>
                  <a:pt x="-865" y="74256"/>
                  <a:pt x="2623" y="77744"/>
                </a:cubicBezTo>
                <a:lnTo>
                  <a:pt x="29412" y="104533"/>
                </a:lnTo>
                <a:cubicBezTo>
                  <a:pt x="32900" y="108021"/>
                  <a:pt x="38565" y="108021"/>
                  <a:pt x="42053" y="104533"/>
                </a:cubicBezTo>
                <a:cubicBezTo>
                  <a:pt x="45541" y="101045"/>
                  <a:pt x="45541" y="95380"/>
                  <a:pt x="42053" y="91892"/>
                </a:cubicBezTo>
                <a:lnTo>
                  <a:pt x="21571" y="71438"/>
                </a:lnTo>
                <a:lnTo>
                  <a:pt x="42025" y="50955"/>
                </a:lnTo>
                <a:cubicBezTo>
                  <a:pt x="45514" y="47467"/>
                  <a:pt x="45514" y="41802"/>
                  <a:pt x="42025" y="3831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" name="Text 5"/>
          <p:cNvSpPr/>
          <p:nvPr/>
        </p:nvSpPr>
        <p:spPr>
          <a:xfrm>
            <a:off x="665162" y="1435102"/>
            <a:ext cx="584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Flask Application Code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2600" y="1784352"/>
            <a:ext cx="5834063" cy="7834313"/>
          </a:xfrm>
          <a:custGeom>
            <a:avLst/>
            <a:gdLst/>
            <a:ahLst/>
            <a:cxnLst/>
            <a:rect l="l" t="t" r="r" b="b"/>
            <a:pathLst>
              <a:path w="5834063" h="7834313">
                <a:moveTo>
                  <a:pt x="63475" y="0"/>
                </a:moveTo>
                <a:lnTo>
                  <a:pt x="5770588" y="0"/>
                </a:lnTo>
                <a:cubicBezTo>
                  <a:pt x="5805644" y="0"/>
                  <a:pt x="5834062" y="28419"/>
                  <a:pt x="5834062" y="63475"/>
                </a:cubicBezTo>
                <a:lnTo>
                  <a:pt x="5834063" y="7770838"/>
                </a:lnTo>
                <a:cubicBezTo>
                  <a:pt x="5834062" y="7805894"/>
                  <a:pt x="5805644" y="7834313"/>
                  <a:pt x="5770588" y="7834313"/>
                </a:cubicBezTo>
                <a:lnTo>
                  <a:pt x="63475" y="7834313"/>
                </a:lnTo>
                <a:cubicBezTo>
                  <a:pt x="28419" y="7834313"/>
                  <a:pt x="0" y="7805894"/>
                  <a:pt x="0" y="7770838"/>
                </a:cubicBezTo>
                <a:lnTo>
                  <a:pt x="0" y="63475"/>
                </a:lnTo>
                <a:cubicBezTo>
                  <a:pt x="0" y="28442"/>
                  <a:pt x="28442" y="0"/>
                  <a:pt x="63475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609600" y="1911352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app.py - PhishGuard Backend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101752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flask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Flask, request, render_template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260401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pytesseract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419054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PIL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Image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257770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" y="2895005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 = Flask(__name__)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218656"/>
            <a:ext cx="147667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Configure upload folder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3370957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UPLOAD_FOLDER =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'uploads/'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9600" y="3529610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app.config[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'UPLOAD_FOLDER'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UPLOAD_FOLDER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3846909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analyze_email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(text):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8299" y="4011910"/>
            <a:ext cx="2276872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"""Scan text for phishing indicators"""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600" y="4164211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reasons = []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99" y="4329212"/>
            <a:ext cx="159097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Check for urgency tactics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9600" y="448151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"urgent"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text.lower():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464016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reasons.append(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"Uses urgency tactics"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99" y="4805164"/>
            <a:ext cx="1933972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Check for verification requests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4957465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"verify your account"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text.lower():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9600" y="5116118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reasons.append(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"Requests sensitive info"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8299" y="5281116"/>
            <a:ext cx="164812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Check for suspicious links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5433416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"click here"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text.lower():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9600" y="5592070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reasons.append(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"Suspicious link wording"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8299" y="5757071"/>
            <a:ext cx="130522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Calculate risk score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09600" y="5909372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risk_score =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(reasons) *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09600" y="6068021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risk_score &gt;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6226670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"Likely Phishing"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reasons, risk_score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638532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else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09600" y="654397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"Probably Safe"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"No indicators"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], risk_score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9600" y="6861275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@app.route(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"/"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methods=[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"GET"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"POST"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9600" y="7019924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():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09600" y="7178577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 =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None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9600" y="7337227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reasons = []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09600" y="7495880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request.method ==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"POST"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09600" y="7654529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= request.files[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"email_image"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9600" y="7813178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file: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09600" y="7971831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 = os.path.join(app.config[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'UPLOAD_FOLDER'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], file.filename)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09600" y="8130480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file.save(path)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95598" y="8295482"/>
            <a:ext cx="141952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Extract text using OCR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09600" y="8447783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= pytesseract.image_to_string(Image.open(path))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295598" y="8612784"/>
            <a:ext cx="130522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Analyze for phishing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09600" y="8765085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result, reasons, score = analyze_email(text)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09600" y="8923734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render_template(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"index.html"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result=result, reasons=reasons, score=score)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09600" y="9241037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__name__ ==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"__main__"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09600" y="9399686"/>
            <a:ext cx="5627688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app.run(debug=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host=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'0.0.0.0'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port=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5000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734175" y="1273175"/>
            <a:ext cx="5133975" cy="1998663"/>
          </a:xfrm>
          <a:custGeom>
            <a:avLst/>
            <a:gdLst/>
            <a:ahLst/>
            <a:cxnLst/>
            <a:rect l="l" t="t" r="r" b="b"/>
            <a:pathLst>
              <a:path w="5133975" h="1998663">
                <a:moveTo>
                  <a:pt x="95256" y="0"/>
                </a:moveTo>
                <a:lnTo>
                  <a:pt x="5038719" y="0"/>
                </a:lnTo>
                <a:cubicBezTo>
                  <a:pt x="5091327" y="0"/>
                  <a:pt x="5133975" y="42648"/>
                  <a:pt x="5133975" y="95256"/>
                </a:cubicBezTo>
                <a:lnTo>
                  <a:pt x="5133975" y="1903406"/>
                </a:lnTo>
                <a:cubicBezTo>
                  <a:pt x="5133975" y="1956015"/>
                  <a:pt x="5091327" y="1998663"/>
                  <a:pt x="5038719" y="1998663"/>
                </a:cubicBezTo>
                <a:lnTo>
                  <a:pt x="95256" y="1998663"/>
                </a:lnTo>
                <a:cubicBezTo>
                  <a:pt x="42648" y="1998663"/>
                  <a:pt x="0" y="1956015"/>
                  <a:pt x="0" y="1903406"/>
                </a:cubicBezTo>
                <a:lnTo>
                  <a:pt x="0" y="95256"/>
                </a:lnTo>
                <a:cubicBezTo>
                  <a:pt x="0" y="42648"/>
                  <a:pt x="42648" y="0"/>
                  <a:pt x="95256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98084" y="1474790"/>
            <a:ext cx="178594" cy="142875"/>
          </a:xfrm>
          <a:custGeom>
            <a:avLst/>
            <a:gdLst/>
            <a:ahLst/>
            <a:cxnLst/>
            <a:rect l="l" t="t" r="r" b="b"/>
            <a:pathLst>
              <a:path w="178594" h="142875">
                <a:moveTo>
                  <a:pt x="116058" y="58741"/>
                </a:moveTo>
                <a:cubicBezTo>
                  <a:pt x="119462" y="57820"/>
                  <a:pt x="123034" y="59438"/>
                  <a:pt x="124569" y="62592"/>
                </a:cubicBezTo>
                <a:lnTo>
                  <a:pt x="129760" y="73084"/>
                </a:lnTo>
                <a:cubicBezTo>
                  <a:pt x="132634" y="73475"/>
                  <a:pt x="135452" y="74256"/>
                  <a:pt x="138103" y="75344"/>
                </a:cubicBezTo>
                <a:lnTo>
                  <a:pt x="147870" y="68842"/>
                </a:lnTo>
                <a:cubicBezTo>
                  <a:pt x="150800" y="66889"/>
                  <a:pt x="154679" y="67280"/>
                  <a:pt x="157162" y="69763"/>
                </a:cubicBezTo>
                <a:lnTo>
                  <a:pt x="162520" y="75121"/>
                </a:lnTo>
                <a:cubicBezTo>
                  <a:pt x="165004" y="77605"/>
                  <a:pt x="165395" y="81511"/>
                  <a:pt x="163441" y="84413"/>
                </a:cubicBezTo>
                <a:lnTo>
                  <a:pt x="156939" y="94152"/>
                </a:lnTo>
                <a:cubicBezTo>
                  <a:pt x="157469" y="95464"/>
                  <a:pt x="157944" y="96831"/>
                  <a:pt x="158335" y="98254"/>
                </a:cubicBezTo>
                <a:cubicBezTo>
                  <a:pt x="158725" y="99678"/>
                  <a:pt x="158976" y="101073"/>
                  <a:pt x="159172" y="102496"/>
                </a:cubicBezTo>
                <a:lnTo>
                  <a:pt x="169692" y="107686"/>
                </a:lnTo>
                <a:cubicBezTo>
                  <a:pt x="172845" y="109249"/>
                  <a:pt x="174464" y="112821"/>
                  <a:pt x="173543" y="116198"/>
                </a:cubicBezTo>
                <a:lnTo>
                  <a:pt x="171590" y="123509"/>
                </a:lnTo>
                <a:cubicBezTo>
                  <a:pt x="170669" y="126885"/>
                  <a:pt x="167515" y="129174"/>
                  <a:pt x="163999" y="128950"/>
                </a:cubicBezTo>
                <a:lnTo>
                  <a:pt x="152279" y="128197"/>
                </a:lnTo>
                <a:cubicBezTo>
                  <a:pt x="150521" y="130457"/>
                  <a:pt x="148484" y="132550"/>
                  <a:pt x="146168" y="134336"/>
                </a:cubicBezTo>
                <a:lnTo>
                  <a:pt x="146921" y="146028"/>
                </a:lnTo>
                <a:cubicBezTo>
                  <a:pt x="147145" y="149544"/>
                  <a:pt x="144856" y="152726"/>
                  <a:pt x="141480" y="153619"/>
                </a:cubicBezTo>
                <a:lnTo>
                  <a:pt x="134169" y="155572"/>
                </a:lnTo>
                <a:cubicBezTo>
                  <a:pt x="130764" y="156493"/>
                  <a:pt x="127220" y="154874"/>
                  <a:pt x="125657" y="151721"/>
                </a:cubicBezTo>
                <a:lnTo>
                  <a:pt x="120467" y="141229"/>
                </a:lnTo>
                <a:cubicBezTo>
                  <a:pt x="117593" y="140838"/>
                  <a:pt x="114774" y="140057"/>
                  <a:pt x="112123" y="138968"/>
                </a:cubicBezTo>
                <a:lnTo>
                  <a:pt x="102357" y="145470"/>
                </a:lnTo>
                <a:cubicBezTo>
                  <a:pt x="99426" y="147424"/>
                  <a:pt x="95548" y="147033"/>
                  <a:pt x="93064" y="144549"/>
                </a:cubicBezTo>
                <a:lnTo>
                  <a:pt x="87706" y="139192"/>
                </a:lnTo>
                <a:cubicBezTo>
                  <a:pt x="85223" y="136708"/>
                  <a:pt x="84832" y="132829"/>
                  <a:pt x="86785" y="129899"/>
                </a:cubicBezTo>
                <a:lnTo>
                  <a:pt x="93287" y="120132"/>
                </a:lnTo>
                <a:cubicBezTo>
                  <a:pt x="92757" y="118821"/>
                  <a:pt x="92283" y="117453"/>
                  <a:pt x="91892" y="116030"/>
                </a:cubicBezTo>
                <a:cubicBezTo>
                  <a:pt x="91501" y="114607"/>
                  <a:pt x="91250" y="113184"/>
                  <a:pt x="91055" y="111789"/>
                </a:cubicBezTo>
                <a:lnTo>
                  <a:pt x="80535" y="106598"/>
                </a:lnTo>
                <a:cubicBezTo>
                  <a:pt x="77381" y="105035"/>
                  <a:pt x="75791" y="101464"/>
                  <a:pt x="76684" y="98087"/>
                </a:cubicBezTo>
                <a:lnTo>
                  <a:pt x="78637" y="90776"/>
                </a:lnTo>
                <a:cubicBezTo>
                  <a:pt x="79558" y="87399"/>
                  <a:pt x="82711" y="85111"/>
                  <a:pt x="86227" y="85334"/>
                </a:cubicBezTo>
                <a:lnTo>
                  <a:pt x="97920" y="86088"/>
                </a:lnTo>
                <a:cubicBezTo>
                  <a:pt x="99678" y="83827"/>
                  <a:pt x="101715" y="81735"/>
                  <a:pt x="104031" y="79949"/>
                </a:cubicBezTo>
                <a:lnTo>
                  <a:pt x="103277" y="68284"/>
                </a:lnTo>
                <a:cubicBezTo>
                  <a:pt x="103054" y="64768"/>
                  <a:pt x="105342" y="61587"/>
                  <a:pt x="108719" y="60694"/>
                </a:cubicBezTo>
                <a:lnTo>
                  <a:pt x="116030" y="58741"/>
                </a:lnTo>
                <a:close/>
                <a:moveTo>
                  <a:pt x="125127" y="94878"/>
                </a:moveTo>
                <a:cubicBezTo>
                  <a:pt x="118351" y="94886"/>
                  <a:pt x="112855" y="100394"/>
                  <a:pt x="112863" y="107170"/>
                </a:cubicBezTo>
                <a:cubicBezTo>
                  <a:pt x="112871" y="113947"/>
                  <a:pt x="118379" y="119442"/>
                  <a:pt x="125155" y="119435"/>
                </a:cubicBezTo>
                <a:cubicBezTo>
                  <a:pt x="131932" y="119427"/>
                  <a:pt x="137427" y="113919"/>
                  <a:pt x="137420" y="107142"/>
                </a:cubicBezTo>
                <a:cubicBezTo>
                  <a:pt x="137412" y="100366"/>
                  <a:pt x="131904" y="94870"/>
                  <a:pt x="125127" y="94878"/>
                </a:cubicBezTo>
                <a:close/>
                <a:moveTo>
                  <a:pt x="62759" y="-12697"/>
                </a:moveTo>
                <a:lnTo>
                  <a:pt x="70070" y="-10744"/>
                </a:lnTo>
                <a:cubicBezTo>
                  <a:pt x="73447" y="-9823"/>
                  <a:pt x="75735" y="-6641"/>
                  <a:pt x="75512" y="-3153"/>
                </a:cubicBezTo>
                <a:lnTo>
                  <a:pt x="74758" y="8511"/>
                </a:lnTo>
                <a:cubicBezTo>
                  <a:pt x="77074" y="10297"/>
                  <a:pt x="79111" y="12362"/>
                  <a:pt x="80869" y="14650"/>
                </a:cubicBezTo>
                <a:lnTo>
                  <a:pt x="92590" y="13897"/>
                </a:lnTo>
                <a:cubicBezTo>
                  <a:pt x="96078" y="13674"/>
                  <a:pt x="99259" y="15962"/>
                  <a:pt x="100180" y="19338"/>
                </a:cubicBezTo>
                <a:lnTo>
                  <a:pt x="102133" y="26650"/>
                </a:lnTo>
                <a:cubicBezTo>
                  <a:pt x="103026" y="30026"/>
                  <a:pt x="101436" y="33598"/>
                  <a:pt x="98282" y="35161"/>
                </a:cubicBezTo>
                <a:lnTo>
                  <a:pt x="87762" y="40351"/>
                </a:lnTo>
                <a:cubicBezTo>
                  <a:pt x="87567" y="41774"/>
                  <a:pt x="87288" y="43197"/>
                  <a:pt x="86925" y="44593"/>
                </a:cubicBezTo>
                <a:cubicBezTo>
                  <a:pt x="86562" y="45988"/>
                  <a:pt x="86060" y="47383"/>
                  <a:pt x="85530" y="48695"/>
                </a:cubicBezTo>
                <a:lnTo>
                  <a:pt x="92032" y="58462"/>
                </a:lnTo>
                <a:cubicBezTo>
                  <a:pt x="93985" y="61392"/>
                  <a:pt x="93594" y="65270"/>
                  <a:pt x="91111" y="67754"/>
                </a:cubicBezTo>
                <a:lnTo>
                  <a:pt x="85753" y="73112"/>
                </a:lnTo>
                <a:cubicBezTo>
                  <a:pt x="83269" y="75595"/>
                  <a:pt x="79391" y="75986"/>
                  <a:pt x="76460" y="74033"/>
                </a:cubicBezTo>
                <a:lnTo>
                  <a:pt x="66694" y="67531"/>
                </a:lnTo>
                <a:cubicBezTo>
                  <a:pt x="64043" y="68619"/>
                  <a:pt x="61224" y="69400"/>
                  <a:pt x="58350" y="69791"/>
                </a:cubicBezTo>
                <a:lnTo>
                  <a:pt x="53160" y="80283"/>
                </a:lnTo>
                <a:cubicBezTo>
                  <a:pt x="51597" y="83437"/>
                  <a:pt x="48025" y="85027"/>
                  <a:pt x="44648" y="84134"/>
                </a:cubicBezTo>
                <a:lnTo>
                  <a:pt x="37337" y="82181"/>
                </a:lnTo>
                <a:cubicBezTo>
                  <a:pt x="33933" y="81260"/>
                  <a:pt x="31672" y="78079"/>
                  <a:pt x="31896" y="74591"/>
                </a:cubicBezTo>
                <a:lnTo>
                  <a:pt x="32649" y="62898"/>
                </a:lnTo>
                <a:cubicBezTo>
                  <a:pt x="30333" y="61113"/>
                  <a:pt x="28296" y="59048"/>
                  <a:pt x="26538" y="56759"/>
                </a:cubicBezTo>
                <a:lnTo>
                  <a:pt x="14818" y="57513"/>
                </a:lnTo>
                <a:cubicBezTo>
                  <a:pt x="11330" y="57736"/>
                  <a:pt x="8148" y="55448"/>
                  <a:pt x="7227" y="52071"/>
                </a:cubicBezTo>
                <a:lnTo>
                  <a:pt x="5274" y="44760"/>
                </a:lnTo>
                <a:cubicBezTo>
                  <a:pt x="4381" y="41384"/>
                  <a:pt x="5972" y="37812"/>
                  <a:pt x="9125" y="36249"/>
                </a:cubicBezTo>
                <a:lnTo>
                  <a:pt x="19645" y="31059"/>
                </a:lnTo>
                <a:cubicBezTo>
                  <a:pt x="19841" y="29635"/>
                  <a:pt x="20120" y="28240"/>
                  <a:pt x="20482" y="26817"/>
                </a:cubicBezTo>
                <a:cubicBezTo>
                  <a:pt x="20873" y="25394"/>
                  <a:pt x="21320" y="24026"/>
                  <a:pt x="21878" y="22715"/>
                </a:cubicBezTo>
                <a:lnTo>
                  <a:pt x="15376" y="12976"/>
                </a:lnTo>
                <a:cubicBezTo>
                  <a:pt x="13422" y="10046"/>
                  <a:pt x="13813" y="6167"/>
                  <a:pt x="16297" y="3683"/>
                </a:cubicBezTo>
                <a:lnTo>
                  <a:pt x="21654" y="-1674"/>
                </a:lnTo>
                <a:cubicBezTo>
                  <a:pt x="24138" y="-4158"/>
                  <a:pt x="28017" y="-4549"/>
                  <a:pt x="30947" y="-2595"/>
                </a:cubicBezTo>
                <a:lnTo>
                  <a:pt x="40714" y="3907"/>
                </a:lnTo>
                <a:cubicBezTo>
                  <a:pt x="43365" y="2818"/>
                  <a:pt x="46183" y="2037"/>
                  <a:pt x="49057" y="1646"/>
                </a:cubicBezTo>
                <a:lnTo>
                  <a:pt x="54248" y="-8846"/>
                </a:lnTo>
                <a:cubicBezTo>
                  <a:pt x="55811" y="-11999"/>
                  <a:pt x="59355" y="-13590"/>
                  <a:pt x="62759" y="-12697"/>
                </a:cubicBezTo>
                <a:close/>
                <a:moveTo>
                  <a:pt x="53690" y="23440"/>
                </a:moveTo>
                <a:cubicBezTo>
                  <a:pt x="46913" y="23440"/>
                  <a:pt x="41411" y="28942"/>
                  <a:pt x="41411" y="35719"/>
                </a:cubicBezTo>
                <a:cubicBezTo>
                  <a:pt x="41411" y="42495"/>
                  <a:pt x="46913" y="47997"/>
                  <a:pt x="53690" y="47997"/>
                </a:cubicBezTo>
                <a:cubicBezTo>
                  <a:pt x="60466" y="47997"/>
                  <a:pt x="65968" y="42495"/>
                  <a:pt x="65968" y="35719"/>
                </a:cubicBezTo>
                <a:cubicBezTo>
                  <a:pt x="65968" y="28942"/>
                  <a:pt x="60466" y="23440"/>
                  <a:pt x="53690" y="2344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54" name="Text 52"/>
          <p:cNvSpPr/>
          <p:nvPr/>
        </p:nvSpPr>
        <p:spPr>
          <a:xfrm>
            <a:off x="7078662" y="1435102"/>
            <a:ext cx="469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API Endpoints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99275" y="1787527"/>
            <a:ext cx="4808538" cy="609600"/>
          </a:xfrm>
          <a:custGeom>
            <a:avLst/>
            <a:gdLst/>
            <a:ahLst/>
            <a:cxnLst/>
            <a:rect l="l" t="t" r="r" b="b"/>
            <a:pathLst>
              <a:path w="4808538" h="609600">
                <a:moveTo>
                  <a:pt x="63502" y="0"/>
                </a:moveTo>
                <a:lnTo>
                  <a:pt x="4745035" y="0"/>
                </a:lnTo>
                <a:cubicBezTo>
                  <a:pt x="4780107" y="0"/>
                  <a:pt x="4808537" y="28431"/>
                  <a:pt x="4808537" y="63502"/>
                </a:cubicBezTo>
                <a:lnTo>
                  <a:pt x="4808538" y="546098"/>
                </a:lnTo>
                <a:cubicBezTo>
                  <a:pt x="4808537" y="581169"/>
                  <a:pt x="4780107" y="609600"/>
                  <a:pt x="4745035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997700" y="1885951"/>
            <a:ext cx="301625" cy="190500"/>
          </a:xfrm>
          <a:custGeom>
            <a:avLst/>
            <a:gdLst/>
            <a:ahLst/>
            <a:cxnLst/>
            <a:rect l="l" t="t" r="r" b="b"/>
            <a:pathLst>
              <a:path w="301625" h="190500">
                <a:moveTo>
                  <a:pt x="31751" y="0"/>
                </a:moveTo>
                <a:lnTo>
                  <a:pt x="269874" y="0"/>
                </a:lnTo>
                <a:cubicBezTo>
                  <a:pt x="287410" y="0"/>
                  <a:pt x="301625" y="14215"/>
                  <a:pt x="301625" y="31751"/>
                </a:cubicBezTo>
                <a:lnTo>
                  <a:pt x="301625" y="158749"/>
                </a:lnTo>
                <a:cubicBezTo>
                  <a:pt x="301625" y="176285"/>
                  <a:pt x="287410" y="190500"/>
                  <a:pt x="269874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6997700" y="1885951"/>
            <a:ext cx="349250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359749" y="1885951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97700" y="2139951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Renders the main upload interface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6899275" y="2498724"/>
            <a:ext cx="4808538" cy="609600"/>
          </a:xfrm>
          <a:custGeom>
            <a:avLst/>
            <a:gdLst/>
            <a:ahLst/>
            <a:cxnLst/>
            <a:rect l="l" t="t" r="r" b="b"/>
            <a:pathLst>
              <a:path w="4808538" h="609600">
                <a:moveTo>
                  <a:pt x="63502" y="0"/>
                </a:moveTo>
                <a:lnTo>
                  <a:pt x="4745035" y="0"/>
                </a:lnTo>
                <a:cubicBezTo>
                  <a:pt x="4780107" y="0"/>
                  <a:pt x="4808537" y="28431"/>
                  <a:pt x="4808537" y="63502"/>
                </a:cubicBezTo>
                <a:lnTo>
                  <a:pt x="4808538" y="546098"/>
                </a:lnTo>
                <a:cubicBezTo>
                  <a:pt x="4808537" y="581169"/>
                  <a:pt x="4780107" y="609600"/>
                  <a:pt x="4745035" y="609600"/>
                </a:cubicBezTo>
                <a:lnTo>
                  <a:pt x="63502" y="609600"/>
                </a:lnTo>
                <a:cubicBezTo>
                  <a:pt x="28431" y="609600"/>
                  <a:pt x="0" y="581169"/>
                  <a:pt x="0" y="546098"/>
                </a:cubicBezTo>
                <a:lnTo>
                  <a:pt x="0" y="63502"/>
                </a:lnTo>
                <a:cubicBezTo>
                  <a:pt x="0" y="28431"/>
                  <a:pt x="28431" y="0"/>
                  <a:pt x="63502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7700" y="2597152"/>
            <a:ext cx="357188" cy="190500"/>
          </a:xfrm>
          <a:custGeom>
            <a:avLst/>
            <a:gdLst/>
            <a:ahLst/>
            <a:cxnLst/>
            <a:rect l="l" t="t" r="r" b="b"/>
            <a:pathLst>
              <a:path w="357188" h="190500">
                <a:moveTo>
                  <a:pt x="31751" y="0"/>
                </a:moveTo>
                <a:lnTo>
                  <a:pt x="325437" y="0"/>
                </a:lnTo>
                <a:cubicBezTo>
                  <a:pt x="342972" y="0"/>
                  <a:pt x="357188" y="14215"/>
                  <a:pt x="357188" y="31751"/>
                </a:cubicBezTo>
                <a:lnTo>
                  <a:pt x="357188" y="158749"/>
                </a:lnTo>
                <a:cubicBezTo>
                  <a:pt x="357188" y="176285"/>
                  <a:pt x="342972" y="190500"/>
                  <a:pt x="325437" y="190500"/>
                </a:cubicBezTo>
                <a:lnTo>
                  <a:pt x="31751" y="190500"/>
                </a:lnTo>
                <a:cubicBezTo>
                  <a:pt x="14227" y="190500"/>
                  <a:pt x="0" y="176273"/>
                  <a:pt x="0" y="158749"/>
                </a:cubicBezTo>
                <a:lnTo>
                  <a:pt x="0" y="31751"/>
                </a:lnTo>
                <a:cubicBezTo>
                  <a:pt x="0" y="14227"/>
                  <a:pt x="14227" y="0"/>
                  <a:pt x="31751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6997700" y="2597152"/>
            <a:ext cx="404813" cy="190500"/>
          </a:xfrm>
          <a:prstGeom prst="rect">
            <a:avLst/>
          </a:prstGeom>
          <a:noFill/>
          <a:ln/>
        </p:spPr>
        <p:txBody>
          <a:bodyPr wrap="square" lIns="63500" tIns="31750" rIns="63500" bIns="3175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416900" y="2597152"/>
            <a:ext cx="111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97700" y="2851152"/>
            <a:ext cx="4667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Processes uploaded image, returns analysis results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734175" y="3406777"/>
            <a:ext cx="5133975" cy="5475288"/>
          </a:xfrm>
          <a:custGeom>
            <a:avLst/>
            <a:gdLst/>
            <a:ahLst/>
            <a:cxnLst/>
            <a:rect l="l" t="t" r="r" b="b"/>
            <a:pathLst>
              <a:path w="5133975" h="5475288">
                <a:moveTo>
                  <a:pt x="95235" y="0"/>
                </a:moveTo>
                <a:lnTo>
                  <a:pt x="5038740" y="0"/>
                </a:lnTo>
                <a:cubicBezTo>
                  <a:pt x="5091337" y="0"/>
                  <a:pt x="5133975" y="42638"/>
                  <a:pt x="5133975" y="95235"/>
                </a:cubicBezTo>
                <a:lnTo>
                  <a:pt x="5133975" y="5380052"/>
                </a:lnTo>
                <a:cubicBezTo>
                  <a:pt x="5133975" y="5432649"/>
                  <a:pt x="5091337" y="5475287"/>
                  <a:pt x="5038740" y="5475287"/>
                </a:cubicBezTo>
                <a:lnTo>
                  <a:pt x="95235" y="5475288"/>
                </a:lnTo>
                <a:cubicBezTo>
                  <a:pt x="42638" y="5475287"/>
                  <a:pt x="0" y="5432649"/>
                  <a:pt x="0" y="5380052"/>
                </a:cubicBezTo>
                <a:lnTo>
                  <a:pt x="0" y="95235"/>
                </a:lnTo>
                <a:cubicBezTo>
                  <a:pt x="0" y="42638"/>
                  <a:pt x="42638" y="0"/>
                  <a:pt x="95235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915944" y="3608388"/>
            <a:ext cx="142875" cy="142875"/>
          </a:xfrm>
          <a:custGeom>
            <a:avLst/>
            <a:gdLst/>
            <a:ahLst/>
            <a:cxnLst/>
            <a:rect l="l" t="t" r="r" b="b"/>
            <a:pathLst>
              <a:path w="142875" h="142875">
                <a:moveTo>
                  <a:pt x="71438" y="0"/>
                </a:moveTo>
                <a:cubicBezTo>
                  <a:pt x="72721" y="0"/>
                  <a:pt x="74005" y="279"/>
                  <a:pt x="75177" y="809"/>
                </a:cubicBezTo>
                <a:lnTo>
                  <a:pt x="127750" y="23106"/>
                </a:lnTo>
                <a:cubicBezTo>
                  <a:pt x="133890" y="25701"/>
                  <a:pt x="138466" y="31756"/>
                  <a:pt x="138438" y="39067"/>
                </a:cubicBezTo>
                <a:cubicBezTo>
                  <a:pt x="138299" y="66749"/>
                  <a:pt x="126913" y="117397"/>
                  <a:pt x="78832" y="140419"/>
                </a:cubicBezTo>
                <a:cubicBezTo>
                  <a:pt x="74172" y="142652"/>
                  <a:pt x="68759" y="142652"/>
                  <a:pt x="64098" y="140419"/>
                </a:cubicBezTo>
                <a:cubicBezTo>
                  <a:pt x="15990" y="117397"/>
                  <a:pt x="4632" y="66749"/>
                  <a:pt x="4493" y="39067"/>
                </a:cubicBezTo>
                <a:cubicBezTo>
                  <a:pt x="4465" y="31756"/>
                  <a:pt x="9041" y="25701"/>
                  <a:pt x="15180" y="23106"/>
                </a:cubicBezTo>
                <a:lnTo>
                  <a:pt x="67726" y="809"/>
                </a:lnTo>
                <a:cubicBezTo>
                  <a:pt x="68898" y="279"/>
                  <a:pt x="70154" y="0"/>
                  <a:pt x="71438" y="0"/>
                </a:cubicBezTo>
                <a:close/>
                <a:moveTo>
                  <a:pt x="71438" y="18641"/>
                </a:moveTo>
                <a:lnTo>
                  <a:pt x="71438" y="124151"/>
                </a:lnTo>
                <a:cubicBezTo>
                  <a:pt x="109947" y="105510"/>
                  <a:pt x="120300" y="64210"/>
                  <a:pt x="120551" y="39486"/>
                </a:cubicBezTo>
                <a:lnTo>
                  <a:pt x="71438" y="18669"/>
                </a:lnTo>
                <a:lnTo>
                  <a:pt x="71438" y="18669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7" name="Text 65"/>
          <p:cNvSpPr/>
          <p:nvPr/>
        </p:nvSpPr>
        <p:spPr>
          <a:xfrm>
            <a:off x="7078662" y="3568701"/>
            <a:ext cx="4699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Security Features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11975" y="393382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9" name="Text 67"/>
          <p:cNvSpPr/>
          <p:nvPr/>
        </p:nvSpPr>
        <p:spPr>
          <a:xfrm>
            <a:off x="7098506" y="3917951"/>
            <a:ext cx="1658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type validation (images only)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911975" y="415607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1" name="Text 69"/>
          <p:cNvSpPr/>
          <p:nvPr/>
        </p:nvSpPr>
        <p:spPr>
          <a:xfrm>
            <a:off x="7098506" y="4140201"/>
            <a:ext cx="12858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Secure filename handling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911975" y="437832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3" name="Text 71"/>
          <p:cNvSpPr/>
          <p:nvPr/>
        </p:nvSpPr>
        <p:spPr>
          <a:xfrm>
            <a:off x="7098506" y="4362451"/>
            <a:ext cx="1174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Temporary file cleanup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6911975" y="4600576"/>
            <a:ext cx="111125" cy="111125"/>
          </a:xfrm>
          <a:custGeom>
            <a:avLst/>
            <a:gdLst/>
            <a:ahLst/>
            <a:cxnLst/>
            <a:rect l="l" t="t" r="r" b="b"/>
            <a:pathLst>
              <a:path w="111125" h="111125">
                <a:moveTo>
                  <a:pt x="55563" y="111125"/>
                </a:moveTo>
                <a:cubicBezTo>
                  <a:pt x="86228" y="111125"/>
                  <a:pt x="111125" y="86228"/>
                  <a:pt x="111125" y="55563"/>
                </a:cubicBezTo>
                <a:cubicBezTo>
                  <a:pt x="111125" y="24897"/>
                  <a:pt x="86228" y="0"/>
                  <a:pt x="55563" y="0"/>
                </a:cubicBezTo>
                <a:cubicBezTo>
                  <a:pt x="24897" y="0"/>
                  <a:pt x="0" y="24897"/>
                  <a:pt x="0" y="55563"/>
                </a:cubicBezTo>
                <a:cubicBezTo>
                  <a:pt x="0" y="86228"/>
                  <a:pt x="24897" y="111125"/>
                  <a:pt x="55562" y="111125"/>
                </a:cubicBezTo>
                <a:close/>
                <a:moveTo>
                  <a:pt x="73881" y="46165"/>
                </a:moveTo>
                <a:lnTo>
                  <a:pt x="56517" y="73946"/>
                </a:lnTo>
                <a:cubicBezTo>
                  <a:pt x="55606" y="75400"/>
                  <a:pt x="54043" y="76312"/>
                  <a:pt x="52329" y="76398"/>
                </a:cubicBezTo>
                <a:cubicBezTo>
                  <a:pt x="50614" y="76485"/>
                  <a:pt x="48964" y="75704"/>
                  <a:pt x="47944" y="74315"/>
                </a:cubicBezTo>
                <a:lnTo>
                  <a:pt x="37526" y="60424"/>
                </a:lnTo>
                <a:cubicBezTo>
                  <a:pt x="35790" y="58124"/>
                  <a:pt x="36268" y="54868"/>
                  <a:pt x="38568" y="53132"/>
                </a:cubicBezTo>
                <a:cubicBezTo>
                  <a:pt x="40869" y="51395"/>
                  <a:pt x="44124" y="51873"/>
                  <a:pt x="45861" y="54173"/>
                </a:cubicBezTo>
                <a:lnTo>
                  <a:pt x="51721" y="61987"/>
                </a:lnTo>
                <a:lnTo>
                  <a:pt x="65047" y="40652"/>
                </a:lnTo>
                <a:cubicBezTo>
                  <a:pt x="66566" y="38221"/>
                  <a:pt x="69779" y="37461"/>
                  <a:pt x="72231" y="39002"/>
                </a:cubicBezTo>
                <a:cubicBezTo>
                  <a:pt x="74684" y="40543"/>
                  <a:pt x="75422" y="43734"/>
                  <a:pt x="73881" y="46186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5" name="Text 73"/>
          <p:cNvSpPr/>
          <p:nvPr/>
        </p:nvSpPr>
        <p:spPr>
          <a:xfrm>
            <a:off x="7098506" y="4584701"/>
            <a:ext cx="12382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Error handling &amp; logging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6734175" y="9015412"/>
            <a:ext cx="5133975" cy="800100"/>
          </a:xfrm>
          <a:custGeom>
            <a:avLst/>
            <a:gdLst/>
            <a:ahLst/>
            <a:cxnLst/>
            <a:rect l="l" t="t" r="r" b="b"/>
            <a:pathLst>
              <a:path w="5133975" h="800100">
                <a:moveTo>
                  <a:pt x="95252" y="0"/>
                </a:moveTo>
                <a:lnTo>
                  <a:pt x="5038723" y="0"/>
                </a:lnTo>
                <a:cubicBezTo>
                  <a:pt x="5091329" y="0"/>
                  <a:pt x="5133975" y="42646"/>
                  <a:pt x="5133975" y="95252"/>
                </a:cubicBezTo>
                <a:lnTo>
                  <a:pt x="5133975" y="704848"/>
                </a:lnTo>
                <a:cubicBezTo>
                  <a:pt x="5133975" y="757454"/>
                  <a:pt x="5091329" y="800100"/>
                  <a:pt x="5038723" y="800100"/>
                </a:cubicBezTo>
                <a:lnTo>
                  <a:pt x="95252" y="800100"/>
                </a:lnTo>
                <a:cubicBezTo>
                  <a:pt x="42646" y="800100"/>
                  <a:pt x="0" y="757454"/>
                  <a:pt x="0" y="7048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900069" y="9336089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90816" y="119062"/>
                </a:moveTo>
                <a:cubicBezTo>
                  <a:pt x="93080" y="112148"/>
                  <a:pt x="97606" y="105885"/>
                  <a:pt x="102722" y="100490"/>
                </a:cubicBezTo>
                <a:cubicBezTo>
                  <a:pt x="112861" y="89824"/>
                  <a:pt x="119062" y="75406"/>
                  <a:pt x="119062" y="59531"/>
                </a:cubicBezTo>
                <a:cubicBezTo>
                  <a:pt x="119062" y="26665"/>
                  <a:pt x="92397" y="0"/>
                  <a:pt x="59531" y="0"/>
                </a:cubicBezTo>
                <a:cubicBezTo>
                  <a:pt x="26665" y="0"/>
                  <a:pt x="0" y="26665"/>
                  <a:pt x="0" y="59531"/>
                </a:cubicBezTo>
                <a:cubicBezTo>
                  <a:pt x="0" y="75406"/>
                  <a:pt x="6201" y="89824"/>
                  <a:pt x="16340" y="100490"/>
                </a:cubicBezTo>
                <a:cubicBezTo>
                  <a:pt x="21456" y="105885"/>
                  <a:pt x="26014" y="112148"/>
                  <a:pt x="28246" y="119062"/>
                </a:cubicBezTo>
                <a:lnTo>
                  <a:pt x="90785" y="119062"/>
                </a:lnTo>
                <a:close/>
                <a:moveTo>
                  <a:pt x="89297" y="133945"/>
                </a:moveTo>
                <a:lnTo>
                  <a:pt x="29766" y="133945"/>
                </a:lnTo>
                <a:lnTo>
                  <a:pt x="29766" y="138906"/>
                </a:lnTo>
                <a:cubicBezTo>
                  <a:pt x="29766" y="152611"/>
                  <a:pt x="40866" y="163711"/>
                  <a:pt x="54570" y="163711"/>
                </a:cubicBezTo>
                <a:lnTo>
                  <a:pt x="64492" y="163711"/>
                </a:lnTo>
                <a:cubicBezTo>
                  <a:pt x="78197" y="163711"/>
                  <a:pt x="89297" y="152611"/>
                  <a:pt x="89297" y="138906"/>
                </a:cubicBezTo>
                <a:lnTo>
                  <a:pt x="89297" y="133945"/>
                </a:lnTo>
                <a:close/>
                <a:moveTo>
                  <a:pt x="57051" y="34727"/>
                </a:moveTo>
                <a:cubicBezTo>
                  <a:pt x="44710" y="34727"/>
                  <a:pt x="34727" y="44710"/>
                  <a:pt x="34727" y="57051"/>
                </a:cubicBezTo>
                <a:cubicBezTo>
                  <a:pt x="34727" y="61175"/>
                  <a:pt x="31409" y="64492"/>
                  <a:pt x="27285" y="64492"/>
                </a:cubicBezTo>
                <a:cubicBezTo>
                  <a:pt x="23161" y="64492"/>
                  <a:pt x="19844" y="61175"/>
                  <a:pt x="19844" y="57051"/>
                </a:cubicBezTo>
                <a:cubicBezTo>
                  <a:pt x="19844" y="36494"/>
                  <a:pt x="36494" y="19844"/>
                  <a:pt x="57051" y="19844"/>
                </a:cubicBezTo>
                <a:cubicBezTo>
                  <a:pt x="61175" y="19844"/>
                  <a:pt x="64492" y="23161"/>
                  <a:pt x="64492" y="27285"/>
                </a:cubicBezTo>
                <a:cubicBezTo>
                  <a:pt x="64492" y="31409"/>
                  <a:pt x="61175" y="34727"/>
                  <a:pt x="57051" y="34727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8" name="Text 76"/>
          <p:cNvSpPr/>
          <p:nvPr/>
        </p:nvSpPr>
        <p:spPr>
          <a:xfrm>
            <a:off x="7152283" y="9145589"/>
            <a:ext cx="4651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Flow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152283" y="9367839"/>
            <a:ext cx="464343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Upload → Save → OCR → Analyze → Return JSON response with result, indicators, and risk score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610" y="339610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spc="53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DETECTION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9610" y="611298"/>
            <a:ext cx="11665604" cy="339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07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Phishing Detection Algorithm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9610" y="1018830"/>
            <a:ext cx="11580702" cy="2037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Rule-based pattern matching with 10+ indicators and weighted risk scoring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3006" y="1361836"/>
            <a:ext cx="6824464" cy="5491494"/>
          </a:xfrm>
          <a:custGeom>
            <a:avLst/>
            <a:gdLst/>
            <a:ahLst/>
            <a:cxnLst/>
            <a:rect l="l" t="t" r="r" b="b"/>
            <a:pathLst>
              <a:path w="6824464" h="5491494">
                <a:moveTo>
                  <a:pt x="101867" y="0"/>
                </a:moveTo>
                <a:lnTo>
                  <a:pt x="6722596" y="0"/>
                </a:lnTo>
                <a:cubicBezTo>
                  <a:pt x="6778856" y="0"/>
                  <a:pt x="6824464" y="45608"/>
                  <a:pt x="6824464" y="101867"/>
                </a:cubicBezTo>
                <a:lnTo>
                  <a:pt x="6824464" y="5389627"/>
                </a:lnTo>
                <a:cubicBezTo>
                  <a:pt x="6824464" y="5445887"/>
                  <a:pt x="6778856" y="5491494"/>
                  <a:pt x="6722596" y="5491494"/>
                </a:cubicBezTo>
                <a:lnTo>
                  <a:pt x="101867" y="5491494"/>
                </a:lnTo>
                <a:cubicBezTo>
                  <a:pt x="45608" y="5491494"/>
                  <a:pt x="0" y="5445887"/>
                  <a:pt x="0" y="5389627"/>
                </a:cubicBezTo>
                <a:lnTo>
                  <a:pt x="0" y="101867"/>
                </a:lnTo>
                <a:cubicBezTo>
                  <a:pt x="0" y="45645"/>
                  <a:pt x="45645" y="0"/>
                  <a:pt x="10186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7433" y="1577491"/>
            <a:ext cx="152825" cy="152825"/>
          </a:xfrm>
          <a:custGeom>
            <a:avLst/>
            <a:gdLst/>
            <a:ahLst/>
            <a:cxnLst/>
            <a:rect l="l" t="t" r="r" b="b"/>
            <a:pathLst>
              <a:path w="152825" h="152825">
                <a:moveTo>
                  <a:pt x="124170" y="62085"/>
                </a:moveTo>
                <a:cubicBezTo>
                  <a:pt x="124170" y="75785"/>
                  <a:pt x="119722" y="88441"/>
                  <a:pt x="112231" y="98709"/>
                </a:cubicBezTo>
                <a:lnTo>
                  <a:pt x="150019" y="136527"/>
                </a:lnTo>
                <a:cubicBezTo>
                  <a:pt x="153750" y="140258"/>
                  <a:pt x="153750" y="146318"/>
                  <a:pt x="150019" y="150049"/>
                </a:cubicBezTo>
                <a:cubicBezTo>
                  <a:pt x="146288" y="153780"/>
                  <a:pt x="140228" y="153780"/>
                  <a:pt x="136497" y="150049"/>
                </a:cubicBezTo>
                <a:lnTo>
                  <a:pt x="98709" y="112231"/>
                </a:lnTo>
                <a:cubicBezTo>
                  <a:pt x="88441" y="119722"/>
                  <a:pt x="75785" y="124170"/>
                  <a:pt x="62085" y="124170"/>
                </a:cubicBezTo>
                <a:cubicBezTo>
                  <a:pt x="27789" y="124170"/>
                  <a:pt x="0" y="96381"/>
                  <a:pt x="0" y="62085"/>
                </a:cubicBezTo>
                <a:cubicBezTo>
                  <a:pt x="0" y="27789"/>
                  <a:pt x="27789" y="0"/>
                  <a:pt x="62085" y="0"/>
                </a:cubicBezTo>
                <a:cubicBezTo>
                  <a:pt x="96381" y="0"/>
                  <a:pt x="124170" y="27789"/>
                  <a:pt x="124170" y="62085"/>
                </a:cubicBezTo>
                <a:close/>
                <a:moveTo>
                  <a:pt x="62085" y="105067"/>
                </a:moveTo>
                <a:cubicBezTo>
                  <a:pt x="85807" y="105067"/>
                  <a:pt x="105067" y="85807"/>
                  <a:pt x="105067" y="62085"/>
                </a:cubicBezTo>
                <a:cubicBezTo>
                  <a:pt x="105067" y="38363"/>
                  <a:pt x="85807" y="19103"/>
                  <a:pt x="62085" y="19103"/>
                </a:cubicBezTo>
                <a:cubicBezTo>
                  <a:pt x="38363" y="19103"/>
                  <a:pt x="19103" y="38363"/>
                  <a:pt x="19103" y="62085"/>
                </a:cubicBezTo>
                <a:cubicBezTo>
                  <a:pt x="19103" y="85807"/>
                  <a:pt x="38363" y="105067"/>
                  <a:pt x="62085" y="105067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" name="Text 5"/>
          <p:cNvSpPr/>
          <p:nvPr/>
        </p:nvSpPr>
        <p:spPr>
          <a:xfrm>
            <a:off x="711483" y="1535040"/>
            <a:ext cx="6359198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Detection Rules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9603" y="1912007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4882" y="2034157"/>
            <a:ext cx="96788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 Patterns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030277" y="2017284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030277" y="2017284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4882" y="2288865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/urgent|immediate|action required/i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4882" y="2458566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/asap|hurry|limited time/i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08090" y="1912007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369" y="2034157"/>
            <a:ext cx="118014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Verification Requests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318869" y="2017284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18869" y="2017284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13369" y="2288865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/verify your account/i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3369" y="2458566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/confirm your identity/i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9603" y="2808255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882" y="2930413"/>
            <a:ext cx="93392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Links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030277" y="2913541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3030277" y="2913541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4882" y="3185121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/click here|tap here/i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4882" y="3354818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/follow this link/i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808090" y="2808255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369" y="2930413"/>
            <a:ext cx="942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Threat Language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18869" y="2913541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18869" y="2913541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13369" y="3185121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/suspended|locked|blocked/i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913369" y="3354818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/will be deleted/i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9603" y="3704507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882" y="3826665"/>
            <a:ext cx="112071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Lottery/Prize Scams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30277" y="3809793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030277" y="3809793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4882" y="4081373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/won|winner|lottery/i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24882" y="4251070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/congratulations|selected/i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3808090" y="3704507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13369" y="3826665"/>
            <a:ext cx="111222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Credential Requests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8869" y="3809793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318869" y="3809793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913369" y="4081373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/bank.*details|credit card/i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913369" y="4251070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/password|pin|ssn/i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9603" y="4600759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4882" y="4722918"/>
            <a:ext cx="942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 URLs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3030277" y="4706045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3030277" y="4706045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4882" y="4977625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/http:\/\/(?!www\.)/i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24882" y="5147322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/\.tk\/|\.ml\/|\.ga\//i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808090" y="4600759"/>
            <a:ext cx="3182146" cy="787895"/>
          </a:xfrm>
          <a:custGeom>
            <a:avLst/>
            <a:gdLst/>
            <a:ahLst/>
            <a:cxnLst/>
            <a:rect l="l" t="t" r="r" b="b"/>
            <a:pathLst>
              <a:path w="3182146" h="787895">
                <a:moveTo>
                  <a:pt x="67924" y="0"/>
                </a:moveTo>
                <a:lnTo>
                  <a:pt x="3114222" y="0"/>
                </a:lnTo>
                <a:cubicBezTo>
                  <a:pt x="3151735" y="0"/>
                  <a:pt x="3182146" y="30411"/>
                  <a:pt x="3182146" y="67924"/>
                </a:cubicBezTo>
                <a:lnTo>
                  <a:pt x="3182146" y="719971"/>
                </a:lnTo>
                <a:cubicBezTo>
                  <a:pt x="3182146" y="757484"/>
                  <a:pt x="3151735" y="787895"/>
                  <a:pt x="3114222" y="787895"/>
                </a:cubicBezTo>
                <a:lnTo>
                  <a:pt x="67924" y="787895"/>
                </a:lnTo>
                <a:cubicBezTo>
                  <a:pt x="30436" y="787895"/>
                  <a:pt x="0" y="757459"/>
                  <a:pt x="0" y="719971"/>
                </a:cubicBezTo>
                <a:lnTo>
                  <a:pt x="0" y="67924"/>
                </a:lnTo>
                <a:cubicBezTo>
                  <a:pt x="0" y="30436"/>
                  <a:pt x="30436" y="0"/>
                  <a:pt x="67924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13369" y="4722918"/>
            <a:ext cx="100185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Generic Greetings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318869" y="4706045"/>
            <a:ext cx="560357" cy="203766"/>
          </a:xfrm>
          <a:custGeom>
            <a:avLst/>
            <a:gdLst/>
            <a:ahLst/>
            <a:cxnLst/>
            <a:rect l="l" t="t" r="r" b="b"/>
            <a:pathLst>
              <a:path w="560357" h="203766">
                <a:moveTo>
                  <a:pt x="33962" y="0"/>
                </a:moveTo>
                <a:lnTo>
                  <a:pt x="526395" y="0"/>
                </a:lnTo>
                <a:cubicBezTo>
                  <a:pt x="545151" y="0"/>
                  <a:pt x="560357" y="15205"/>
                  <a:pt x="560357" y="33962"/>
                </a:cubicBezTo>
                <a:lnTo>
                  <a:pt x="560357" y="169804"/>
                </a:lnTo>
                <a:cubicBezTo>
                  <a:pt x="560357" y="188561"/>
                  <a:pt x="545151" y="203766"/>
                  <a:pt x="526395" y="203766"/>
                </a:cubicBezTo>
                <a:lnTo>
                  <a:pt x="33962" y="203766"/>
                </a:lnTo>
                <a:cubicBezTo>
                  <a:pt x="15205" y="203766"/>
                  <a:pt x="0" y="188561"/>
                  <a:pt x="0" y="169804"/>
                </a:cubicBezTo>
                <a:lnTo>
                  <a:pt x="0" y="33962"/>
                </a:lnTo>
                <a:cubicBezTo>
                  <a:pt x="0" y="15218"/>
                  <a:pt x="15218" y="0"/>
                  <a:pt x="33962" y="0"/>
                </a:cubicBezTo>
                <a:close/>
              </a:path>
            </a:pathLst>
          </a:custGeom>
          <a:solidFill>
            <a:srgbClr val="FF4D4D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318869" y="4706045"/>
            <a:ext cx="611298" cy="203766"/>
          </a:xfrm>
          <a:prstGeom prst="rect">
            <a:avLst/>
          </a:prstGeom>
          <a:noFill/>
          <a:ln/>
        </p:spPr>
        <p:txBody>
          <a:bodyPr wrap="square" lIns="67922" tIns="33961" rIns="67922" bIns="33961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+15 pts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913369" y="4977625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/dear customer/i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913369" y="5147322"/>
            <a:ext cx="302252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02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/dear user|account holder/i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07240" y="1361836"/>
            <a:ext cx="4549076" cy="3649110"/>
          </a:xfrm>
          <a:custGeom>
            <a:avLst/>
            <a:gdLst/>
            <a:ahLst/>
            <a:cxnLst/>
            <a:rect l="l" t="t" r="r" b="b"/>
            <a:pathLst>
              <a:path w="4549076" h="3649110">
                <a:moveTo>
                  <a:pt x="101883" y="0"/>
                </a:moveTo>
                <a:lnTo>
                  <a:pt x="4447193" y="0"/>
                </a:lnTo>
                <a:cubicBezTo>
                  <a:pt x="4503462" y="0"/>
                  <a:pt x="4549076" y="45615"/>
                  <a:pt x="4549076" y="101883"/>
                </a:cubicBezTo>
                <a:lnTo>
                  <a:pt x="4549076" y="3547227"/>
                </a:lnTo>
                <a:cubicBezTo>
                  <a:pt x="4549076" y="3603495"/>
                  <a:pt x="4503462" y="3649110"/>
                  <a:pt x="4447193" y="3649110"/>
                </a:cubicBezTo>
                <a:lnTo>
                  <a:pt x="101883" y="3649110"/>
                </a:lnTo>
                <a:cubicBezTo>
                  <a:pt x="45615" y="3649110"/>
                  <a:pt x="0" y="3603495"/>
                  <a:pt x="0" y="3547227"/>
                </a:cubicBezTo>
                <a:lnTo>
                  <a:pt x="0" y="101883"/>
                </a:lnTo>
                <a:cubicBezTo>
                  <a:pt x="0" y="45652"/>
                  <a:pt x="45652" y="0"/>
                  <a:pt x="101883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20770" y="1577491"/>
            <a:ext cx="114618" cy="152825"/>
          </a:xfrm>
          <a:custGeom>
            <a:avLst/>
            <a:gdLst/>
            <a:ahLst/>
            <a:cxnLst/>
            <a:rect l="l" t="t" r="r" b="b"/>
            <a:pathLst>
              <a:path w="114618" h="152825">
                <a:moveTo>
                  <a:pt x="19103" y="0"/>
                </a:moveTo>
                <a:cubicBezTo>
                  <a:pt x="8567" y="0"/>
                  <a:pt x="0" y="8567"/>
                  <a:pt x="0" y="19103"/>
                </a:cubicBezTo>
                <a:lnTo>
                  <a:pt x="0" y="133721"/>
                </a:lnTo>
                <a:cubicBezTo>
                  <a:pt x="0" y="144258"/>
                  <a:pt x="8567" y="152825"/>
                  <a:pt x="19103" y="152825"/>
                </a:cubicBezTo>
                <a:lnTo>
                  <a:pt x="95515" y="152825"/>
                </a:lnTo>
                <a:cubicBezTo>
                  <a:pt x="106052" y="152825"/>
                  <a:pt x="114618" y="144258"/>
                  <a:pt x="114618" y="133721"/>
                </a:cubicBezTo>
                <a:lnTo>
                  <a:pt x="114618" y="19103"/>
                </a:lnTo>
                <a:cubicBezTo>
                  <a:pt x="114618" y="8567"/>
                  <a:pt x="106052" y="0"/>
                  <a:pt x="95515" y="0"/>
                </a:cubicBezTo>
                <a:lnTo>
                  <a:pt x="19103" y="0"/>
                </a:lnTo>
                <a:close/>
                <a:moveTo>
                  <a:pt x="28655" y="19103"/>
                </a:moveTo>
                <a:lnTo>
                  <a:pt x="85964" y="19103"/>
                </a:lnTo>
                <a:cubicBezTo>
                  <a:pt x="91247" y="19103"/>
                  <a:pt x="95515" y="23371"/>
                  <a:pt x="95515" y="28655"/>
                </a:cubicBezTo>
                <a:lnTo>
                  <a:pt x="95515" y="38206"/>
                </a:lnTo>
                <a:cubicBezTo>
                  <a:pt x="95515" y="43489"/>
                  <a:pt x="91247" y="47758"/>
                  <a:pt x="85964" y="47758"/>
                </a:cubicBezTo>
                <a:lnTo>
                  <a:pt x="28655" y="47758"/>
                </a:lnTo>
                <a:cubicBezTo>
                  <a:pt x="23371" y="47758"/>
                  <a:pt x="19103" y="43489"/>
                  <a:pt x="19103" y="38206"/>
                </a:cubicBezTo>
                <a:lnTo>
                  <a:pt x="19103" y="28655"/>
                </a:lnTo>
                <a:cubicBezTo>
                  <a:pt x="19103" y="23371"/>
                  <a:pt x="23371" y="19103"/>
                  <a:pt x="28655" y="19103"/>
                </a:cubicBezTo>
                <a:close/>
                <a:moveTo>
                  <a:pt x="33430" y="69249"/>
                </a:moveTo>
                <a:cubicBezTo>
                  <a:pt x="33430" y="73202"/>
                  <a:pt x="30220" y="76412"/>
                  <a:pt x="26267" y="76412"/>
                </a:cubicBezTo>
                <a:cubicBezTo>
                  <a:pt x="22313" y="76412"/>
                  <a:pt x="19103" y="73202"/>
                  <a:pt x="19103" y="69249"/>
                </a:cubicBezTo>
                <a:cubicBezTo>
                  <a:pt x="19103" y="65295"/>
                  <a:pt x="22313" y="62085"/>
                  <a:pt x="26267" y="62085"/>
                </a:cubicBezTo>
                <a:cubicBezTo>
                  <a:pt x="30220" y="62085"/>
                  <a:pt x="33430" y="65295"/>
                  <a:pt x="33430" y="69249"/>
                </a:cubicBezTo>
                <a:close/>
                <a:moveTo>
                  <a:pt x="57309" y="76412"/>
                </a:moveTo>
                <a:cubicBezTo>
                  <a:pt x="53355" y="76412"/>
                  <a:pt x="50146" y="73202"/>
                  <a:pt x="50146" y="69249"/>
                </a:cubicBezTo>
                <a:cubicBezTo>
                  <a:pt x="50146" y="65295"/>
                  <a:pt x="53355" y="62085"/>
                  <a:pt x="57309" y="62085"/>
                </a:cubicBezTo>
                <a:cubicBezTo>
                  <a:pt x="61263" y="62085"/>
                  <a:pt x="64473" y="65295"/>
                  <a:pt x="64473" y="69249"/>
                </a:cubicBezTo>
                <a:cubicBezTo>
                  <a:pt x="64473" y="73202"/>
                  <a:pt x="61263" y="76412"/>
                  <a:pt x="57309" y="76412"/>
                </a:cubicBezTo>
                <a:close/>
                <a:moveTo>
                  <a:pt x="95515" y="69249"/>
                </a:moveTo>
                <a:cubicBezTo>
                  <a:pt x="95515" y="73202"/>
                  <a:pt x="92305" y="76412"/>
                  <a:pt x="88352" y="76412"/>
                </a:cubicBezTo>
                <a:cubicBezTo>
                  <a:pt x="84398" y="76412"/>
                  <a:pt x="81188" y="73202"/>
                  <a:pt x="81188" y="69249"/>
                </a:cubicBezTo>
                <a:cubicBezTo>
                  <a:pt x="81188" y="65295"/>
                  <a:pt x="84398" y="62085"/>
                  <a:pt x="88352" y="62085"/>
                </a:cubicBezTo>
                <a:cubicBezTo>
                  <a:pt x="92305" y="62085"/>
                  <a:pt x="95515" y="65295"/>
                  <a:pt x="95515" y="69249"/>
                </a:cubicBezTo>
                <a:close/>
                <a:moveTo>
                  <a:pt x="26267" y="105067"/>
                </a:moveTo>
                <a:cubicBezTo>
                  <a:pt x="22313" y="105067"/>
                  <a:pt x="19103" y="101857"/>
                  <a:pt x="19103" y="97903"/>
                </a:cubicBezTo>
                <a:cubicBezTo>
                  <a:pt x="19103" y="93949"/>
                  <a:pt x="22313" y="90740"/>
                  <a:pt x="26267" y="90740"/>
                </a:cubicBezTo>
                <a:cubicBezTo>
                  <a:pt x="30220" y="90740"/>
                  <a:pt x="33430" y="93949"/>
                  <a:pt x="33430" y="97903"/>
                </a:cubicBezTo>
                <a:cubicBezTo>
                  <a:pt x="33430" y="101857"/>
                  <a:pt x="30220" y="105067"/>
                  <a:pt x="26267" y="105067"/>
                </a:cubicBezTo>
                <a:close/>
                <a:moveTo>
                  <a:pt x="64473" y="97903"/>
                </a:moveTo>
                <a:cubicBezTo>
                  <a:pt x="64473" y="101857"/>
                  <a:pt x="61263" y="105067"/>
                  <a:pt x="57309" y="105067"/>
                </a:cubicBezTo>
                <a:cubicBezTo>
                  <a:pt x="53355" y="105067"/>
                  <a:pt x="50146" y="101857"/>
                  <a:pt x="50146" y="97903"/>
                </a:cubicBezTo>
                <a:cubicBezTo>
                  <a:pt x="50146" y="93949"/>
                  <a:pt x="53355" y="90740"/>
                  <a:pt x="57309" y="90740"/>
                </a:cubicBezTo>
                <a:cubicBezTo>
                  <a:pt x="61263" y="90740"/>
                  <a:pt x="64473" y="93949"/>
                  <a:pt x="64473" y="97903"/>
                </a:cubicBezTo>
                <a:close/>
                <a:moveTo>
                  <a:pt x="88352" y="105067"/>
                </a:moveTo>
                <a:cubicBezTo>
                  <a:pt x="84398" y="105067"/>
                  <a:pt x="81188" y="101857"/>
                  <a:pt x="81188" y="97903"/>
                </a:cubicBezTo>
                <a:cubicBezTo>
                  <a:pt x="81188" y="93949"/>
                  <a:pt x="84398" y="90740"/>
                  <a:pt x="88352" y="90740"/>
                </a:cubicBezTo>
                <a:cubicBezTo>
                  <a:pt x="92305" y="90740"/>
                  <a:pt x="95515" y="93949"/>
                  <a:pt x="95515" y="97903"/>
                </a:cubicBezTo>
                <a:cubicBezTo>
                  <a:pt x="95515" y="101857"/>
                  <a:pt x="92305" y="105067"/>
                  <a:pt x="88352" y="105067"/>
                </a:cubicBezTo>
                <a:close/>
                <a:moveTo>
                  <a:pt x="19103" y="126558"/>
                </a:moveTo>
                <a:cubicBezTo>
                  <a:pt x="19103" y="122588"/>
                  <a:pt x="22297" y="119394"/>
                  <a:pt x="26267" y="119394"/>
                </a:cubicBezTo>
                <a:lnTo>
                  <a:pt x="59697" y="119394"/>
                </a:lnTo>
                <a:cubicBezTo>
                  <a:pt x="63667" y="119394"/>
                  <a:pt x="66861" y="122588"/>
                  <a:pt x="66861" y="126558"/>
                </a:cubicBezTo>
                <a:cubicBezTo>
                  <a:pt x="66861" y="130528"/>
                  <a:pt x="63667" y="133721"/>
                  <a:pt x="59697" y="133721"/>
                </a:cubicBezTo>
                <a:lnTo>
                  <a:pt x="26267" y="133721"/>
                </a:lnTo>
                <a:cubicBezTo>
                  <a:pt x="22297" y="133721"/>
                  <a:pt x="19103" y="130528"/>
                  <a:pt x="19103" y="126558"/>
                </a:cubicBezTo>
                <a:close/>
                <a:moveTo>
                  <a:pt x="88352" y="119394"/>
                </a:moveTo>
                <a:cubicBezTo>
                  <a:pt x="92322" y="119394"/>
                  <a:pt x="95515" y="122588"/>
                  <a:pt x="95515" y="126558"/>
                </a:cubicBezTo>
                <a:cubicBezTo>
                  <a:pt x="95515" y="130528"/>
                  <a:pt x="92322" y="133721"/>
                  <a:pt x="88352" y="133721"/>
                </a:cubicBezTo>
                <a:cubicBezTo>
                  <a:pt x="84382" y="133721"/>
                  <a:pt x="81188" y="130528"/>
                  <a:pt x="81188" y="126558"/>
                </a:cubicBezTo>
                <a:cubicBezTo>
                  <a:pt x="81188" y="122588"/>
                  <a:pt x="84382" y="119394"/>
                  <a:pt x="88352" y="11939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58" name="Text 56"/>
          <p:cNvSpPr/>
          <p:nvPr/>
        </p:nvSpPr>
        <p:spPr>
          <a:xfrm>
            <a:off x="7675717" y="1535040"/>
            <a:ext cx="408381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Score Calculation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480442" y="1908611"/>
            <a:ext cx="4202674" cy="1698050"/>
          </a:xfrm>
          <a:custGeom>
            <a:avLst/>
            <a:gdLst/>
            <a:ahLst/>
            <a:cxnLst/>
            <a:rect l="l" t="t" r="r" b="b"/>
            <a:pathLst>
              <a:path w="4202674" h="1698050">
                <a:moveTo>
                  <a:pt x="67922" y="0"/>
                </a:moveTo>
                <a:lnTo>
                  <a:pt x="4134752" y="0"/>
                </a:lnTo>
                <a:cubicBezTo>
                  <a:pt x="4172264" y="0"/>
                  <a:pt x="4202674" y="30410"/>
                  <a:pt x="4202674" y="67922"/>
                </a:cubicBezTo>
                <a:lnTo>
                  <a:pt x="4202674" y="1630128"/>
                </a:lnTo>
                <a:cubicBezTo>
                  <a:pt x="4202674" y="1667640"/>
                  <a:pt x="4172264" y="1698050"/>
                  <a:pt x="4134752" y="1698050"/>
                </a:cubicBezTo>
                <a:lnTo>
                  <a:pt x="67922" y="1698050"/>
                </a:lnTo>
                <a:cubicBezTo>
                  <a:pt x="30410" y="1698050"/>
                  <a:pt x="0" y="1667640"/>
                  <a:pt x="0" y="1630128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60" name="Text 58"/>
          <p:cNvSpPr/>
          <p:nvPr/>
        </p:nvSpPr>
        <p:spPr>
          <a:xfrm>
            <a:off x="7616286" y="2044455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Risk Score Algorithm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7616286" y="2282182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def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calculate_risk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(indicators):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616286" y="2485948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base_score = 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len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(indicators) * 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901664" y="2703299"/>
            <a:ext cx="1628749" cy="135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Short emails get +10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616286" y="2893476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text_length &lt; 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7616286" y="3097242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base_score += 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616286" y="3301008"/>
            <a:ext cx="399041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returnmin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(base_score, 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</a:t>
            </a:r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7483838" y="3745897"/>
            <a:ext cx="4192486" cy="312441"/>
          </a:xfrm>
          <a:custGeom>
            <a:avLst/>
            <a:gdLst/>
            <a:ahLst/>
            <a:cxnLst/>
            <a:rect l="l" t="t" r="r" b="b"/>
            <a:pathLst>
              <a:path w="4192486" h="312441">
                <a:moveTo>
                  <a:pt x="67922" y="0"/>
                </a:moveTo>
                <a:lnTo>
                  <a:pt x="4124564" y="0"/>
                </a:lnTo>
                <a:cubicBezTo>
                  <a:pt x="4162076" y="0"/>
                  <a:pt x="4192486" y="30410"/>
                  <a:pt x="4192486" y="67922"/>
                </a:cubicBezTo>
                <a:lnTo>
                  <a:pt x="4192486" y="244520"/>
                </a:lnTo>
                <a:cubicBezTo>
                  <a:pt x="4192486" y="282032"/>
                  <a:pt x="4162076" y="312441"/>
                  <a:pt x="4124564" y="312441"/>
                </a:cubicBezTo>
                <a:lnTo>
                  <a:pt x="67922" y="312441"/>
                </a:lnTo>
                <a:cubicBezTo>
                  <a:pt x="30410" y="312441"/>
                  <a:pt x="0" y="282032"/>
                  <a:pt x="0" y="244520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 w="10160">
            <a:solidFill>
              <a:srgbClr val="FF4D4D">
                <a:alpha val="30196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55156" y="3817222"/>
            <a:ext cx="534886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70-100%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821993" y="3817222"/>
            <a:ext cx="84053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FF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Likely Phishing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483838" y="4133057"/>
            <a:ext cx="4192486" cy="312441"/>
          </a:xfrm>
          <a:custGeom>
            <a:avLst/>
            <a:gdLst/>
            <a:ahLst/>
            <a:cxnLst/>
            <a:rect l="l" t="t" r="r" b="b"/>
            <a:pathLst>
              <a:path w="4192486" h="312441">
                <a:moveTo>
                  <a:pt x="67922" y="0"/>
                </a:moveTo>
                <a:lnTo>
                  <a:pt x="4124564" y="0"/>
                </a:lnTo>
                <a:cubicBezTo>
                  <a:pt x="4162076" y="0"/>
                  <a:pt x="4192486" y="30410"/>
                  <a:pt x="4192486" y="67922"/>
                </a:cubicBezTo>
                <a:lnTo>
                  <a:pt x="4192486" y="244520"/>
                </a:lnTo>
                <a:cubicBezTo>
                  <a:pt x="4192486" y="282032"/>
                  <a:pt x="4162076" y="312441"/>
                  <a:pt x="4124564" y="312441"/>
                </a:cubicBezTo>
                <a:lnTo>
                  <a:pt x="67922" y="312441"/>
                </a:lnTo>
                <a:cubicBezTo>
                  <a:pt x="30410" y="312441"/>
                  <a:pt x="0" y="282032"/>
                  <a:pt x="0" y="244520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EAB308">
              <a:alpha val="10196"/>
            </a:srgbClr>
          </a:solidFill>
          <a:ln w="10160">
            <a:solidFill>
              <a:srgbClr val="EAB308">
                <a:alpha val="30196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55156" y="4204374"/>
            <a:ext cx="492435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30-69%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030746" y="4204374"/>
            <a:ext cx="63676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EAB30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Suspicious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483838" y="4520209"/>
            <a:ext cx="4192486" cy="312441"/>
          </a:xfrm>
          <a:custGeom>
            <a:avLst/>
            <a:gdLst/>
            <a:ahLst/>
            <a:cxnLst/>
            <a:rect l="l" t="t" r="r" b="b"/>
            <a:pathLst>
              <a:path w="4192486" h="312441">
                <a:moveTo>
                  <a:pt x="67922" y="0"/>
                </a:moveTo>
                <a:lnTo>
                  <a:pt x="4124564" y="0"/>
                </a:lnTo>
                <a:cubicBezTo>
                  <a:pt x="4162076" y="0"/>
                  <a:pt x="4192486" y="30410"/>
                  <a:pt x="4192486" y="67922"/>
                </a:cubicBezTo>
                <a:lnTo>
                  <a:pt x="4192486" y="244520"/>
                </a:lnTo>
                <a:cubicBezTo>
                  <a:pt x="4192486" y="282032"/>
                  <a:pt x="4162076" y="312441"/>
                  <a:pt x="4124564" y="312441"/>
                </a:cubicBezTo>
                <a:lnTo>
                  <a:pt x="67922" y="312441"/>
                </a:lnTo>
                <a:cubicBezTo>
                  <a:pt x="30410" y="312441"/>
                  <a:pt x="0" y="282032"/>
                  <a:pt x="0" y="244520"/>
                </a:cubicBezTo>
                <a:lnTo>
                  <a:pt x="0" y="67922"/>
                </a:lnTo>
                <a:cubicBezTo>
                  <a:pt x="0" y="30435"/>
                  <a:pt x="30435" y="0"/>
                  <a:pt x="67922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555156" y="4591526"/>
            <a:ext cx="416022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0-29%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0874632" y="4591526"/>
            <a:ext cx="789593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Probably Safe</a:t>
            </a:r>
            <a:endParaRPr lang="en-US" sz="1600" dirty="0"/>
          </a:p>
        </p:txBody>
      </p:sp>
      <p:sp>
        <p:nvSpPr>
          <p:cNvPr id="76" name="Shape 74"/>
          <p:cNvSpPr/>
          <p:nvPr/>
        </p:nvSpPr>
        <p:spPr>
          <a:xfrm>
            <a:off x="7307240" y="5151887"/>
            <a:ext cx="4549076" cy="1704842"/>
          </a:xfrm>
          <a:custGeom>
            <a:avLst/>
            <a:gdLst/>
            <a:ahLst/>
            <a:cxnLst/>
            <a:rect l="l" t="t" r="r" b="b"/>
            <a:pathLst>
              <a:path w="4549076" h="1704842">
                <a:moveTo>
                  <a:pt x="101881" y="0"/>
                </a:moveTo>
                <a:lnTo>
                  <a:pt x="4447195" y="0"/>
                </a:lnTo>
                <a:cubicBezTo>
                  <a:pt x="4503462" y="0"/>
                  <a:pt x="4549076" y="45614"/>
                  <a:pt x="4549076" y="101881"/>
                </a:cubicBezTo>
                <a:lnTo>
                  <a:pt x="4549076" y="1602961"/>
                </a:lnTo>
                <a:cubicBezTo>
                  <a:pt x="4549076" y="1659228"/>
                  <a:pt x="4503462" y="1704842"/>
                  <a:pt x="4447195" y="1704842"/>
                </a:cubicBezTo>
                <a:lnTo>
                  <a:pt x="101881" y="1704842"/>
                </a:lnTo>
                <a:cubicBezTo>
                  <a:pt x="45614" y="1704842"/>
                  <a:pt x="0" y="1659228"/>
                  <a:pt x="0" y="1602961"/>
                </a:cubicBezTo>
                <a:lnTo>
                  <a:pt x="0" y="101881"/>
                </a:lnTo>
                <a:cubicBezTo>
                  <a:pt x="0" y="45652"/>
                  <a:pt x="45652" y="0"/>
                  <a:pt x="101881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92116" y="5367538"/>
            <a:ext cx="171928" cy="152825"/>
          </a:xfrm>
          <a:custGeom>
            <a:avLst/>
            <a:gdLst/>
            <a:ahLst/>
            <a:cxnLst/>
            <a:rect l="l" t="t" r="r" b="b"/>
            <a:pathLst>
              <a:path w="171928" h="152825">
                <a:moveTo>
                  <a:pt x="152944" y="71636"/>
                </a:moveTo>
                <a:lnTo>
                  <a:pt x="100410" y="71636"/>
                </a:lnTo>
                <a:cubicBezTo>
                  <a:pt x="95127" y="71636"/>
                  <a:pt x="90859" y="67368"/>
                  <a:pt x="90859" y="62085"/>
                </a:cubicBezTo>
                <a:lnTo>
                  <a:pt x="90859" y="9552"/>
                </a:lnTo>
                <a:cubicBezTo>
                  <a:pt x="90859" y="4268"/>
                  <a:pt x="95157" y="-60"/>
                  <a:pt x="100381" y="627"/>
                </a:cubicBezTo>
                <a:cubicBezTo>
                  <a:pt x="132319" y="4865"/>
                  <a:pt x="157630" y="30177"/>
                  <a:pt x="161869" y="62115"/>
                </a:cubicBezTo>
                <a:cubicBezTo>
                  <a:pt x="162555" y="67338"/>
                  <a:pt x="158227" y="71636"/>
                  <a:pt x="152944" y="71636"/>
                </a:cubicBezTo>
                <a:close/>
                <a:moveTo>
                  <a:pt x="66443" y="11104"/>
                </a:moveTo>
                <a:cubicBezTo>
                  <a:pt x="71845" y="9969"/>
                  <a:pt x="76532" y="14387"/>
                  <a:pt x="76532" y="19909"/>
                </a:cubicBezTo>
                <a:lnTo>
                  <a:pt x="76532" y="78800"/>
                </a:lnTo>
                <a:cubicBezTo>
                  <a:pt x="76532" y="80472"/>
                  <a:pt x="77129" y="82083"/>
                  <a:pt x="78173" y="83367"/>
                </a:cubicBezTo>
                <a:lnTo>
                  <a:pt x="117603" y="130946"/>
                </a:lnTo>
                <a:cubicBezTo>
                  <a:pt x="121096" y="135154"/>
                  <a:pt x="120349" y="141512"/>
                  <a:pt x="115544" y="144109"/>
                </a:cubicBezTo>
                <a:cubicBezTo>
                  <a:pt x="105365" y="149661"/>
                  <a:pt x="93695" y="152825"/>
                  <a:pt x="81307" y="152825"/>
                </a:cubicBezTo>
                <a:cubicBezTo>
                  <a:pt x="41758" y="152825"/>
                  <a:pt x="9671" y="120737"/>
                  <a:pt x="9671" y="81188"/>
                </a:cubicBezTo>
                <a:cubicBezTo>
                  <a:pt x="9671" y="46713"/>
                  <a:pt x="33997" y="17939"/>
                  <a:pt x="66443" y="11104"/>
                </a:cubicBezTo>
                <a:close/>
                <a:moveTo>
                  <a:pt x="142616" y="85964"/>
                </a:moveTo>
                <a:lnTo>
                  <a:pt x="161719" y="85964"/>
                </a:lnTo>
                <a:cubicBezTo>
                  <a:pt x="167241" y="85964"/>
                  <a:pt x="171659" y="90650"/>
                  <a:pt x="170525" y="96053"/>
                </a:cubicBezTo>
                <a:cubicBezTo>
                  <a:pt x="167480" y="110499"/>
                  <a:pt x="160078" y="123334"/>
                  <a:pt x="149750" y="133124"/>
                </a:cubicBezTo>
                <a:cubicBezTo>
                  <a:pt x="146079" y="136617"/>
                  <a:pt x="140318" y="135871"/>
                  <a:pt x="137094" y="131960"/>
                </a:cubicBezTo>
                <a:lnTo>
                  <a:pt x="111902" y="101604"/>
                </a:lnTo>
                <a:cubicBezTo>
                  <a:pt x="106738" y="95366"/>
                  <a:pt x="111186" y="85964"/>
                  <a:pt x="119245" y="85964"/>
                </a:cubicBezTo>
                <a:lnTo>
                  <a:pt x="142586" y="85964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8" name="Text 76"/>
          <p:cNvSpPr/>
          <p:nvPr/>
        </p:nvSpPr>
        <p:spPr>
          <a:xfrm>
            <a:off x="7675717" y="5325087"/>
            <a:ext cx="4083811" cy="237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Detection Performance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7480442" y="5664697"/>
            <a:ext cx="976379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Coverage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11490175" y="5664697"/>
            <a:ext cx="246217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10+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7480442" y="5868463"/>
            <a:ext cx="4202674" cy="67922"/>
          </a:xfrm>
          <a:custGeom>
            <a:avLst/>
            <a:gdLst/>
            <a:ahLst/>
            <a:cxnLst/>
            <a:rect l="l" t="t" r="r" b="b"/>
            <a:pathLst>
              <a:path w="4202674" h="67922">
                <a:moveTo>
                  <a:pt x="33961" y="0"/>
                </a:moveTo>
                <a:lnTo>
                  <a:pt x="4168713" y="0"/>
                </a:lnTo>
                <a:cubicBezTo>
                  <a:pt x="4187469" y="0"/>
                  <a:pt x="4202674" y="15205"/>
                  <a:pt x="4202674" y="33961"/>
                </a:cubicBezTo>
                <a:lnTo>
                  <a:pt x="4202674" y="33961"/>
                </a:lnTo>
                <a:cubicBezTo>
                  <a:pt x="4202674" y="52717"/>
                  <a:pt x="4187469" y="67922"/>
                  <a:pt x="4168713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82" name="Shape 80"/>
          <p:cNvSpPr/>
          <p:nvPr/>
        </p:nvSpPr>
        <p:spPr>
          <a:xfrm>
            <a:off x="7480442" y="5868463"/>
            <a:ext cx="3565905" cy="67922"/>
          </a:xfrm>
          <a:custGeom>
            <a:avLst/>
            <a:gdLst/>
            <a:ahLst/>
            <a:cxnLst/>
            <a:rect l="l" t="t" r="r" b="b"/>
            <a:pathLst>
              <a:path w="3565905" h="67922">
                <a:moveTo>
                  <a:pt x="0" y="0"/>
                </a:moveTo>
                <a:lnTo>
                  <a:pt x="3565905" y="0"/>
                </a:lnTo>
                <a:lnTo>
                  <a:pt x="3565905" y="67922"/>
                </a:lnTo>
                <a:lnTo>
                  <a:pt x="0" y="67922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3" name="Text 81"/>
          <p:cNvSpPr/>
          <p:nvPr/>
        </p:nvSpPr>
        <p:spPr>
          <a:xfrm>
            <a:off x="7480442" y="6038268"/>
            <a:ext cx="1001850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Processing Speed</a:t>
            </a:r>
            <a:endParaRPr lang="en-US" sz="1600" dirty="0"/>
          </a:p>
        </p:txBody>
      </p:sp>
      <p:sp>
        <p:nvSpPr>
          <p:cNvPr id="84" name="Text 82"/>
          <p:cNvSpPr/>
          <p:nvPr/>
        </p:nvSpPr>
        <p:spPr>
          <a:xfrm>
            <a:off x="11485187" y="6038268"/>
            <a:ext cx="254708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&lt;3s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7480442" y="6242034"/>
            <a:ext cx="4202674" cy="67922"/>
          </a:xfrm>
          <a:custGeom>
            <a:avLst/>
            <a:gdLst/>
            <a:ahLst/>
            <a:cxnLst/>
            <a:rect l="l" t="t" r="r" b="b"/>
            <a:pathLst>
              <a:path w="4202674" h="67922">
                <a:moveTo>
                  <a:pt x="33961" y="0"/>
                </a:moveTo>
                <a:lnTo>
                  <a:pt x="4168713" y="0"/>
                </a:lnTo>
                <a:cubicBezTo>
                  <a:pt x="4187469" y="0"/>
                  <a:pt x="4202674" y="15205"/>
                  <a:pt x="4202674" y="33961"/>
                </a:cubicBezTo>
                <a:lnTo>
                  <a:pt x="4202674" y="33961"/>
                </a:lnTo>
                <a:cubicBezTo>
                  <a:pt x="4202674" y="52717"/>
                  <a:pt x="4187469" y="67922"/>
                  <a:pt x="4168713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86" name="Shape 84"/>
          <p:cNvSpPr/>
          <p:nvPr/>
        </p:nvSpPr>
        <p:spPr>
          <a:xfrm>
            <a:off x="7480442" y="6242034"/>
            <a:ext cx="3990418" cy="67922"/>
          </a:xfrm>
          <a:custGeom>
            <a:avLst/>
            <a:gdLst/>
            <a:ahLst/>
            <a:cxnLst/>
            <a:rect l="l" t="t" r="r" b="b"/>
            <a:pathLst>
              <a:path w="3990418" h="67922">
                <a:moveTo>
                  <a:pt x="0" y="0"/>
                </a:moveTo>
                <a:lnTo>
                  <a:pt x="3990418" y="0"/>
                </a:lnTo>
                <a:lnTo>
                  <a:pt x="3990418" y="67922"/>
                </a:lnTo>
                <a:lnTo>
                  <a:pt x="0" y="67922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7" name="Text 85"/>
          <p:cNvSpPr/>
          <p:nvPr/>
        </p:nvSpPr>
        <p:spPr>
          <a:xfrm>
            <a:off x="7480442" y="6411839"/>
            <a:ext cx="815064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Accuracy Rate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11380863" y="6411839"/>
            <a:ext cx="356591" cy="169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36" b="1" dirty="0">
                <a:solidFill>
                  <a:srgbClr val="00FF6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~85%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7480442" y="6615605"/>
            <a:ext cx="4202674" cy="67922"/>
          </a:xfrm>
          <a:custGeom>
            <a:avLst/>
            <a:gdLst/>
            <a:ahLst/>
            <a:cxnLst/>
            <a:rect l="l" t="t" r="r" b="b"/>
            <a:pathLst>
              <a:path w="4202674" h="67922">
                <a:moveTo>
                  <a:pt x="33961" y="0"/>
                </a:moveTo>
                <a:lnTo>
                  <a:pt x="4168713" y="0"/>
                </a:lnTo>
                <a:cubicBezTo>
                  <a:pt x="4187469" y="0"/>
                  <a:pt x="4202674" y="15205"/>
                  <a:pt x="4202674" y="33961"/>
                </a:cubicBezTo>
                <a:lnTo>
                  <a:pt x="4202674" y="33961"/>
                </a:lnTo>
                <a:cubicBezTo>
                  <a:pt x="4202674" y="52717"/>
                  <a:pt x="4187469" y="67922"/>
                  <a:pt x="4168713" y="67922"/>
                </a:cubicBezTo>
                <a:lnTo>
                  <a:pt x="33961" y="67922"/>
                </a:lnTo>
                <a:cubicBezTo>
                  <a:pt x="15205" y="67922"/>
                  <a:pt x="0" y="52717"/>
                  <a:pt x="0" y="33961"/>
                </a:cubicBezTo>
                <a:lnTo>
                  <a:pt x="0" y="33961"/>
                </a:lnTo>
                <a:cubicBezTo>
                  <a:pt x="0" y="15205"/>
                  <a:pt x="15205" y="0"/>
                  <a:pt x="33961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90" name="Shape 88"/>
          <p:cNvSpPr/>
          <p:nvPr/>
        </p:nvSpPr>
        <p:spPr>
          <a:xfrm>
            <a:off x="7480442" y="6615605"/>
            <a:ext cx="3565905" cy="67922"/>
          </a:xfrm>
          <a:custGeom>
            <a:avLst/>
            <a:gdLst/>
            <a:ahLst/>
            <a:cxnLst/>
            <a:rect l="l" t="t" r="r" b="b"/>
            <a:pathLst>
              <a:path w="3565905" h="67922">
                <a:moveTo>
                  <a:pt x="0" y="0"/>
                </a:moveTo>
                <a:lnTo>
                  <a:pt x="3565905" y="0"/>
                </a:lnTo>
                <a:lnTo>
                  <a:pt x="3565905" y="67922"/>
                </a:lnTo>
                <a:lnTo>
                  <a:pt x="0" y="67922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934" y="354934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spc="56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INTERFACE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4934" y="638882"/>
            <a:ext cx="11641852" cy="354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15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Frontend: Interactive User Interface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54934" y="1064803"/>
            <a:ext cx="11553118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Cyberpunk-styled interface with real-time feedback and educational content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8484" y="1423287"/>
            <a:ext cx="6227326" cy="5428723"/>
          </a:xfrm>
          <a:custGeom>
            <a:avLst/>
            <a:gdLst/>
            <a:ahLst/>
            <a:cxnLst/>
            <a:rect l="l" t="t" r="r" b="b"/>
            <a:pathLst>
              <a:path w="6227326" h="5428723">
                <a:moveTo>
                  <a:pt x="106457" y="0"/>
                </a:moveTo>
                <a:lnTo>
                  <a:pt x="6120869" y="0"/>
                </a:lnTo>
                <a:cubicBezTo>
                  <a:pt x="6179663" y="0"/>
                  <a:pt x="6227326" y="47663"/>
                  <a:pt x="6227326" y="106457"/>
                </a:cubicBezTo>
                <a:lnTo>
                  <a:pt x="6227326" y="5322266"/>
                </a:lnTo>
                <a:cubicBezTo>
                  <a:pt x="6227326" y="5381061"/>
                  <a:pt x="6179663" y="5428723"/>
                  <a:pt x="6120869" y="5428723"/>
                </a:cubicBezTo>
                <a:lnTo>
                  <a:pt x="106457" y="5428723"/>
                </a:lnTo>
                <a:cubicBezTo>
                  <a:pt x="47663" y="5428723"/>
                  <a:pt x="0" y="5381061"/>
                  <a:pt x="0" y="5322266"/>
                </a:cubicBezTo>
                <a:lnTo>
                  <a:pt x="0" y="106457"/>
                </a:lnTo>
                <a:cubicBezTo>
                  <a:pt x="0" y="47702"/>
                  <a:pt x="47702" y="0"/>
                  <a:pt x="106457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1684" y="1648669"/>
            <a:ext cx="159721" cy="159721"/>
          </a:xfrm>
          <a:custGeom>
            <a:avLst/>
            <a:gdLst/>
            <a:ahLst/>
            <a:cxnLst/>
            <a:rect l="l" t="t" r="r" b="b"/>
            <a:pathLst>
              <a:path w="159721" h="159721">
                <a:moveTo>
                  <a:pt x="19965" y="9983"/>
                </a:moveTo>
                <a:cubicBezTo>
                  <a:pt x="8953" y="9983"/>
                  <a:pt x="0" y="18936"/>
                  <a:pt x="0" y="29948"/>
                </a:cubicBezTo>
                <a:lnTo>
                  <a:pt x="0" y="109808"/>
                </a:lnTo>
                <a:cubicBezTo>
                  <a:pt x="0" y="120820"/>
                  <a:pt x="8953" y="129773"/>
                  <a:pt x="19965" y="129773"/>
                </a:cubicBezTo>
                <a:lnTo>
                  <a:pt x="64886" y="129773"/>
                </a:lnTo>
                <a:lnTo>
                  <a:pt x="59895" y="144747"/>
                </a:lnTo>
                <a:lnTo>
                  <a:pt x="37434" y="144747"/>
                </a:lnTo>
                <a:cubicBezTo>
                  <a:pt x="33286" y="144747"/>
                  <a:pt x="29948" y="148085"/>
                  <a:pt x="29948" y="152234"/>
                </a:cubicBezTo>
                <a:cubicBezTo>
                  <a:pt x="29948" y="156383"/>
                  <a:pt x="33286" y="159721"/>
                  <a:pt x="37434" y="159721"/>
                </a:cubicBezTo>
                <a:lnTo>
                  <a:pt x="122286" y="159721"/>
                </a:lnTo>
                <a:cubicBezTo>
                  <a:pt x="126435" y="159721"/>
                  <a:pt x="129773" y="156383"/>
                  <a:pt x="129773" y="152234"/>
                </a:cubicBezTo>
                <a:cubicBezTo>
                  <a:pt x="129773" y="148085"/>
                  <a:pt x="126435" y="144747"/>
                  <a:pt x="122286" y="144747"/>
                </a:cubicBezTo>
                <a:lnTo>
                  <a:pt x="99825" y="144747"/>
                </a:lnTo>
                <a:lnTo>
                  <a:pt x="94834" y="129773"/>
                </a:lnTo>
                <a:lnTo>
                  <a:pt x="139755" y="129773"/>
                </a:lnTo>
                <a:cubicBezTo>
                  <a:pt x="150767" y="129773"/>
                  <a:pt x="159721" y="120820"/>
                  <a:pt x="159721" y="109808"/>
                </a:cubicBezTo>
                <a:lnTo>
                  <a:pt x="159721" y="29948"/>
                </a:lnTo>
                <a:cubicBezTo>
                  <a:pt x="159721" y="18936"/>
                  <a:pt x="150767" y="9983"/>
                  <a:pt x="139755" y="9983"/>
                </a:cubicBezTo>
                <a:lnTo>
                  <a:pt x="19965" y="9983"/>
                </a:lnTo>
                <a:close/>
                <a:moveTo>
                  <a:pt x="29948" y="29948"/>
                </a:moveTo>
                <a:lnTo>
                  <a:pt x="129773" y="29948"/>
                </a:lnTo>
                <a:cubicBezTo>
                  <a:pt x="135295" y="29948"/>
                  <a:pt x="139755" y="34409"/>
                  <a:pt x="139755" y="39930"/>
                </a:cubicBezTo>
                <a:lnTo>
                  <a:pt x="139755" y="89843"/>
                </a:lnTo>
                <a:cubicBezTo>
                  <a:pt x="139755" y="95364"/>
                  <a:pt x="135295" y="99825"/>
                  <a:pt x="129773" y="99825"/>
                </a:cubicBezTo>
                <a:lnTo>
                  <a:pt x="29948" y="99825"/>
                </a:lnTo>
                <a:cubicBezTo>
                  <a:pt x="24426" y="99825"/>
                  <a:pt x="19965" y="95364"/>
                  <a:pt x="19965" y="89843"/>
                </a:cubicBezTo>
                <a:lnTo>
                  <a:pt x="19965" y="39930"/>
                </a:lnTo>
                <a:cubicBezTo>
                  <a:pt x="19965" y="34409"/>
                  <a:pt x="24426" y="29948"/>
                  <a:pt x="29948" y="29948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" name="Text 5"/>
          <p:cNvSpPr/>
          <p:nvPr/>
        </p:nvSpPr>
        <p:spPr>
          <a:xfrm>
            <a:off x="743588" y="1604302"/>
            <a:ext cx="5741066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UI Components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3050" y="1998279"/>
            <a:ext cx="5863518" cy="929928"/>
          </a:xfrm>
          <a:custGeom>
            <a:avLst/>
            <a:gdLst/>
            <a:ahLst/>
            <a:cxnLst/>
            <a:rect l="l" t="t" r="r" b="b"/>
            <a:pathLst>
              <a:path w="5863518" h="929928">
                <a:moveTo>
                  <a:pt x="70991" y="0"/>
                </a:moveTo>
                <a:lnTo>
                  <a:pt x="5792527" y="0"/>
                </a:lnTo>
                <a:cubicBezTo>
                  <a:pt x="5831734" y="0"/>
                  <a:pt x="5863518" y="31784"/>
                  <a:pt x="5863518" y="70991"/>
                </a:cubicBezTo>
                <a:lnTo>
                  <a:pt x="5863518" y="858938"/>
                </a:lnTo>
                <a:cubicBezTo>
                  <a:pt x="5863518" y="898145"/>
                  <a:pt x="5831734" y="929928"/>
                  <a:pt x="5792527" y="929928"/>
                </a:cubicBezTo>
                <a:lnTo>
                  <a:pt x="70991" y="929928"/>
                </a:lnTo>
                <a:cubicBezTo>
                  <a:pt x="31784" y="929928"/>
                  <a:pt x="0" y="898145"/>
                  <a:pt x="0" y="858938"/>
                </a:cubicBezTo>
                <a:lnTo>
                  <a:pt x="0" y="70991"/>
                </a:lnTo>
                <a:cubicBezTo>
                  <a:pt x="0" y="31784"/>
                  <a:pt x="31784" y="0"/>
                  <a:pt x="70991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079" y="2108316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50686" y="2214796"/>
            <a:ext cx="159721" cy="141974"/>
          </a:xfrm>
          <a:custGeom>
            <a:avLst/>
            <a:gdLst/>
            <a:ahLst/>
            <a:cxnLst/>
            <a:rect l="l" t="t" r="r" b="b"/>
            <a:pathLst>
              <a:path w="159721" h="141974">
                <a:moveTo>
                  <a:pt x="39930" y="133100"/>
                </a:moveTo>
                <a:cubicBezTo>
                  <a:pt x="17885" y="133100"/>
                  <a:pt x="0" y="115215"/>
                  <a:pt x="0" y="93170"/>
                </a:cubicBezTo>
                <a:cubicBezTo>
                  <a:pt x="0" y="75590"/>
                  <a:pt x="11369" y="60672"/>
                  <a:pt x="27147" y="55320"/>
                </a:cubicBezTo>
                <a:cubicBezTo>
                  <a:pt x="26786" y="53185"/>
                  <a:pt x="26620" y="51022"/>
                  <a:pt x="26620" y="48803"/>
                </a:cubicBezTo>
                <a:cubicBezTo>
                  <a:pt x="26620" y="26759"/>
                  <a:pt x="44505" y="8873"/>
                  <a:pt x="66550" y="8873"/>
                </a:cubicBezTo>
                <a:cubicBezTo>
                  <a:pt x="81912" y="8873"/>
                  <a:pt x="95250" y="17553"/>
                  <a:pt x="101933" y="30253"/>
                </a:cubicBezTo>
                <a:cubicBezTo>
                  <a:pt x="105870" y="27951"/>
                  <a:pt x="110473" y="26620"/>
                  <a:pt x="115354" y="26620"/>
                </a:cubicBezTo>
                <a:cubicBezTo>
                  <a:pt x="130050" y="26620"/>
                  <a:pt x="141974" y="38544"/>
                  <a:pt x="141974" y="53240"/>
                </a:cubicBezTo>
                <a:cubicBezTo>
                  <a:pt x="141974" y="57594"/>
                  <a:pt x="140920" y="61725"/>
                  <a:pt x="139062" y="65358"/>
                </a:cubicBezTo>
                <a:cubicBezTo>
                  <a:pt x="151263" y="70987"/>
                  <a:pt x="159721" y="83299"/>
                  <a:pt x="159721" y="97607"/>
                </a:cubicBezTo>
                <a:cubicBezTo>
                  <a:pt x="159721" y="117212"/>
                  <a:pt x="143832" y="133100"/>
                  <a:pt x="124227" y="133100"/>
                </a:cubicBezTo>
                <a:lnTo>
                  <a:pt x="39930" y="133100"/>
                </a:lnTo>
                <a:close/>
                <a:moveTo>
                  <a:pt x="84574" y="52963"/>
                </a:moveTo>
                <a:cubicBezTo>
                  <a:pt x="81968" y="50356"/>
                  <a:pt x="77753" y="50356"/>
                  <a:pt x="75174" y="52963"/>
                </a:cubicBezTo>
                <a:lnTo>
                  <a:pt x="55209" y="72928"/>
                </a:lnTo>
                <a:cubicBezTo>
                  <a:pt x="52602" y="75534"/>
                  <a:pt x="52602" y="79749"/>
                  <a:pt x="55209" y="82328"/>
                </a:cubicBezTo>
                <a:cubicBezTo>
                  <a:pt x="57816" y="84907"/>
                  <a:pt x="62030" y="84935"/>
                  <a:pt x="64609" y="82328"/>
                </a:cubicBezTo>
                <a:lnTo>
                  <a:pt x="73205" y="73732"/>
                </a:lnTo>
                <a:lnTo>
                  <a:pt x="73205" y="102044"/>
                </a:lnTo>
                <a:cubicBezTo>
                  <a:pt x="73205" y="105732"/>
                  <a:pt x="76172" y="108699"/>
                  <a:pt x="79860" y="108699"/>
                </a:cubicBezTo>
                <a:cubicBezTo>
                  <a:pt x="83548" y="108699"/>
                  <a:pt x="86515" y="105732"/>
                  <a:pt x="86515" y="102044"/>
                </a:cubicBezTo>
                <a:lnTo>
                  <a:pt x="86515" y="73732"/>
                </a:lnTo>
                <a:lnTo>
                  <a:pt x="95111" y="82328"/>
                </a:lnTo>
                <a:cubicBezTo>
                  <a:pt x="97718" y="84935"/>
                  <a:pt x="101933" y="84935"/>
                  <a:pt x="104512" y="82328"/>
                </a:cubicBezTo>
                <a:cubicBezTo>
                  <a:pt x="107090" y="79722"/>
                  <a:pt x="107118" y="75507"/>
                  <a:pt x="104512" y="72928"/>
                </a:cubicBezTo>
                <a:lnTo>
                  <a:pt x="84547" y="52963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1" name="Text 9"/>
          <p:cNvSpPr/>
          <p:nvPr/>
        </p:nvSpPr>
        <p:spPr>
          <a:xfrm>
            <a:off x="1114494" y="2108316"/>
            <a:ext cx="525303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Drag-and-Drop Upload Zone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14494" y="2356770"/>
            <a:ext cx="524415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feedback with hover effects, supports PNG/JPG/WEBP formats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114494" y="2605224"/>
            <a:ext cx="1100297" cy="212961"/>
          </a:xfrm>
          <a:custGeom>
            <a:avLst/>
            <a:gdLst/>
            <a:ahLst/>
            <a:cxnLst/>
            <a:rect l="l" t="t" r="r" b="b"/>
            <a:pathLst>
              <a:path w="1100297" h="212961">
                <a:moveTo>
                  <a:pt x="35494" y="0"/>
                </a:moveTo>
                <a:lnTo>
                  <a:pt x="1064803" y="0"/>
                </a:lnTo>
                <a:cubicBezTo>
                  <a:pt x="1084406" y="0"/>
                  <a:pt x="1100297" y="15891"/>
                  <a:pt x="1100297" y="35494"/>
                </a:cubicBezTo>
                <a:lnTo>
                  <a:pt x="1100297" y="177467"/>
                </a:lnTo>
                <a:cubicBezTo>
                  <a:pt x="1100297" y="197069"/>
                  <a:pt x="1084406" y="212961"/>
                  <a:pt x="1064803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114494" y="2605224"/>
            <a:ext cx="1153537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Feedback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2605224"/>
            <a:ext cx="1100297" cy="212961"/>
          </a:xfrm>
          <a:custGeom>
            <a:avLst/>
            <a:gdLst/>
            <a:ahLst/>
            <a:cxnLst/>
            <a:rect l="l" t="t" r="r" b="b"/>
            <a:pathLst>
              <a:path w="1100297" h="212961">
                <a:moveTo>
                  <a:pt x="35494" y="0"/>
                </a:moveTo>
                <a:lnTo>
                  <a:pt x="1064803" y="0"/>
                </a:lnTo>
                <a:cubicBezTo>
                  <a:pt x="1084406" y="0"/>
                  <a:pt x="1100297" y="15891"/>
                  <a:pt x="1100297" y="35494"/>
                </a:cubicBezTo>
                <a:lnTo>
                  <a:pt x="1100297" y="177467"/>
                </a:lnTo>
                <a:cubicBezTo>
                  <a:pt x="1100297" y="197069"/>
                  <a:pt x="1084406" y="212961"/>
                  <a:pt x="1064803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605224"/>
            <a:ext cx="1153537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Validation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3050" y="3041679"/>
            <a:ext cx="5863518" cy="929928"/>
          </a:xfrm>
          <a:custGeom>
            <a:avLst/>
            <a:gdLst/>
            <a:ahLst/>
            <a:cxnLst/>
            <a:rect l="l" t="t" r="r" b="b"/>
            <a:pathLst>
              <a:path w="5863518" h="929928">
                <a:moveTo>
                  <a:pt x="70991" y="0"/>
                </a:moveTo>
                <a:lnTo>
                  <a:pt x="5792527" y="0"/>
                </a:lnTo>
                <a:cubicBezTo>
                  <a:pt x="5831734" y="0"/>
                  <a:pt x="5863518" y="31784"/>
                  <a:pt x="5863518" y="70991"/>
                </a:cubicBezTo>
                <a:lnTo>
                  <a:pt x="5863518" y="858938"/>
                </a:lnTo>
                <a:cubicBezTo>
                  <a:pt x="5863518" y="898145"/>
                  <a:pt x="5831734" y="929928"/>
                  <a:pt x="5792527" y="929928"/>
                </a:cubicBezTo>
                <a:lnTo>
                  <a:pt x="70991" y="929928"/>
                </a:lnTo>
                <a:cubicBezTo>
                  <a:pt x="31784" y="929928"/>
                  <a:pt x="0" y="898145"/>
                  <a:pt x="0" y="858938"/>
                </a:cubicBezTo>
                <a:lnTo>
                  <a:pt x="0" y="70991"/>
                </a:lnTo>
                <a:cubicBezTo>
                  <a:pt x="0" y="31784"/>
                  <a:pt x="31784" y="0"/>
                  <a:pt x="70991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079" y="3151707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19" name="Shape 17"/>
          <p:cNvSpPr/>
          <p:nvPr/>
        </p:nvSpPr>
        <p:spPr>
          <a:xfrm>
            <a:off x="759560" y="3258188"/>
            <a:ext cx="141974" cy="141974"/>
          </a:xfrm>
          <a:custGeom>
            <a:avLst/>
            <a:gdLst/>
            <a:ahLst/>
            <a:cxnLst/>
            <a:rect l="l" t="t" r="r" b="b"/>
            <a:pathLst>
              <a:path w="141974" h="141974">
                <a:moveTo>
                  <a:pt x="57677" y="13310"/>
                </a:moveTo>
                <a:cubicBezTo>
                  <a:pt x="57677" y="5964"/>
                  <a:pt x="63641" y="0"/>
                  <a:pt x="70987" y="0"/>
                </a:cubicBezTo>
                <a:cubicBezTo>
                  <a:pt x="78333" y="0"/>
                  <a:pt x="84297" y="5964"/>
                  <a:pt x="84297" y="13310"/>
                </a:cubicBezTo>
                <a:cubicBezTo>
                  <a:pt x="84297" y="20656"/>
                  <a:pt x="78333" y="26620"/>
                  <a:pt x="70987" y="26620"/>
                </a:cubicBezTo>
                <a:cubicBezTo>
                  <a:pt x="63641" y="26620"/>
                  <a:pt x="57677" y="20656"/>
                  <a:pt x="57677" y="13310"/>
                </a:cubicBezTo>
                <a:close/>
                <a:moveTo>
                  <a:pt x="57677" y="128664"/>
                </a:moveTo>
                <a:cubicBezTo>
                  <a:pt x="57677" y="121318"/>
                  <a:pt x="63641" y="115354"/>
                  <a:pt x="70987" y="115354"/>
                </a:cubicBezTo>
                <a:cubicBezTo>
                  <a:pt x="78333" y="115354"/>
                  <a:pt x="84297" y="121318"/>
                  <a:pt x="84297" y="128664"/>
                </a:cubicBezTo>
                <a:cubicBezTo>
                  <a:pt x="84297" y="136010"/>
                  <a:pt x="78333" y="141974"/>
                  <a:pt x="70987" y="141974"/>
                </a:cubicBezTo>
                <a:cubicBezTo>
                  <a:pt x="63641" y="141974"/>
                  <a:pt x="57677" y="136010"/>
                  <a:pt x="57677" y="128664"/>
                </a:cubicBezTo>
                <a:close/>
                <a:moveTo>
                  <a:pt x="13310" y="57677"/>
                </a:moveTo>
                <a:cubicBezTo>
                  <a:pt x="20656" y="57677"/>
                  <a:pt x="26620" y="63641"/>
                  <a:pt x="26620" y="70987"/>
                </a:cubicBezTo>
                <a:cubicBezTo>
                  <a:pt x="26620" y="78333"/>
                  <a:pt x="20656" y="84297"/>
                  <a:pt x="13310" y="84297"/>
                </a:cubicBezTo>
                <a:cubicBezTo>
                  <a:pt x="5964" y="84297"/>
                  <a:pt x="0" y="78333"/>
                  <a:pt x="0" y="70987"/>
                </a:cubicBezTo>
                <a:cubicBezTo>
                  <a:pt x="0" y="63641"/>
                  <a:pt x="5964" y="57677"/>
                  <a:pt x="13310" y="57677"/>
                </a:cubicBezTo>
                <a:close/>
                <a:moveTo>
                  <a:pt x="115354" y="70987"/>
                </a:moveTo>
                <a:cubicBezTo>
                  <a:pt x="115354" y="63641"/>
                  <a:pt x="121318" y="57677"/>
                  <a:pt x="128664" y="57677"/>
                </a:cubicBezTo>
                <a:cubicBezTo>
                  <a:pt x="136010" y="57677"/>
                  <a:pt x="141974" y="63641"/>
                  <a:pt x="141974" y="70987"/>
                </a:cubicBezTo>
                <a:cubicBezTo>
                  <a:pt x="141974" y="78333"/>
                  <a:pt x="136010" y="84297"/>
                  <a:pt x="128664" y="84297"/>
                </a:cubicBezTo>
                <a:cubicBezTo>
                  <a:pt x="121318" y="84297"/>
                  <a:pt x="115354" y="78333"/>
                  <a:pt x="115354" y="70987"/>
                </a:cubicBezTo>
                <a:close/>
                <a:moveTo>
                  <a:pt x="20797" y="102349"/>
                </a:moveTo>
                <a:cubicBezTo>
                  <a:pt x="25993" y="97153"/>
                  <a:pt x="34429" y="97153"/>
                  <a:pt x="39625" y="102349"/>
                </a:cubicBezTo>
                <a:cubicBezTo>
                  <a:pt x="44821" y="107544"/>
                  <a:pt x="44821" y="115981"/>
                  <a:pt x="39625" y="121177"/>
                </a:cubicBezTo>
                <a:cubicBezTo>
                  <a:pt x="34429" y="126373"/>
                  <a:pt x="25993" y="126373"/>
                  <a:pt x="20797" y="121177"/>
                </a:cubicBezTo>
                <a:cubicBezTo>
                  <a:pt x="15601" y="115981"/>
                  <a:pt x="15601" y="107544"/>
                  <a:pt x="20797" y="102349"/>
                </a:cubicBezTo>
                <a:close/>
                <a:moveTo>
                  <a:pt x="20797" y="20797"/>
                </a:moveTo>
                <a:cubicBezTo>
                  <a:pt x="25993" y="15601"/>
                  <a:pt x="34429" y="15601"/>
                  <a:pt x="39625" y="20797"/>
                </a:cubicBezTo>
                <a:cubicBezTo>
                  <a:pt x="44821" y="25993"/>
                  <a:pt x="44821" y="34429"/>
                  <a:pt x="39625" y="39625"/>
                </a:cubicBezTo>
                <a:cubicBezTo>
                  <a:pt x="34429" y="44821"/>
                  <a:pt x="25993" y="44821"/>
                  <a:pt x="20797" y="39625"/>
                </a:cubicBezTo>
                <a:cubicBezTo>
                  <a:pt x="15601" y="34429"/>
                  <a:pt x="15601" y="25993"/>
                  <a:pt x="20797" y="20797"/>
                </a:cubicBezTo>
                <a:close/>
                <a:moveTo>
                  <a:pt x="121177" y="102349"/>
                </a:moveTo>
                <a:cubicBezTo>
                  <a:pt x="126376" y="107548"/>
                  <a:pt x="126376" y="115978"/>
                  <a:pt x="121177" y="121177"/>
                </a:cubicBezTo>
                <a:cubicBezTo>
                  <a:pt x="115978" y="126376"/>
                  <a:pt x="107548" y="126376"/>
                  <a:pt x="102349" y="121177"/>
                </a:cubicBezTo>
                <a:cubicBezTo>
                  <a:pt x="97149" y="115978"/>
                  <a:pt x="97149" y="107548"/>
                  <a:pt x="102349" y="102349"/>
                </a:cubicBezTo>
                <a:cubicBezTo>
                  <a:pt x="107548" y="97149"/>
                  <a:pt x="115978" y="97149"/>
                  <a:pt x="121177" y="102349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20" name="Text 18"/>
          <p:cNvSpPr/>
          <p:nvPr/>
        </p:nvSpPr>
        <p:spPr>
          <a:xfrm>
            <a:off x="1114494" y="3151707"/>
            <a:ext cx="525303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Progress Display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4494" y="3400162"/>
            <a:ext cx="524415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Shows OCR extraction, pattern scanning, and ML classification steps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4494" y="3648616"/>
            <a:ext cx="1038183" cy="212961"/>
          </a:xfrm>
          <a:custGeom>
            <a:avLst/>
            <a:gdLst/>
            <a:ahLst/>
            <a:cxnLst/>
            <a:rect l="l" t="t" r="r" b="b"/>
            <a:pathLst>
              <a:path w="1038183" h="212961">
                <a:moveTo>
                  <a:pt x="35494" y="0"/>
                </a:moveTo>
                <a:lnTo>
                  <a:pt x="1002689" y="0"/>
                </a:lnTo>
                <a:cubicBezTo>
                  <a:pt x="1022292" y="0"/>
                  <a:pt x="1038183" y="15891"/>
                  <a:pt x="1038183" y="35494"/>
                </a:cubicBezTo>
                <a:lnTo>
                  <a:pt x="1038183" y="177467"/>
                </a:lnTo>
                <a:cubicBezTo>
                  <a:pt x="1038183" y="197069"/>
                  <a:pt x="1022292" y="212961"/>
                  <a:pt x="1002689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23" name="Text 21"/>
          <p:cNvSpPr/>
          <p:nvPr/>
        </p:nvSpPr>
        <p:spPr>
          <a:xfrm>
            <a:off x="1114494" y="3648616"/>
            <a:ext cx="1091424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Step Indicator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2222112" y="3648616"/>
            <a:ext cx="905083" cy="212961"/>
          </a:xfrm>
          <a:custGeom>
            <a:avLst/>
            <a:gdLst/>
            <a:ahLst/>
            <a:cxnLst/>
            <a:rect l="l" t="t" r="r" b="b"/>
            <a:pathLst>
              <a:path w="905083" h="212961">
                <a:moveTo>
                  <a:pt x="35494" y="0"/>
                </a:moveTo>
                <a:lnTo>
                  <a:pt x="869589" y="0"/>
                </a:lnTo>
                <a:cubicBezTo>
                  <a:pt x="889192" y="0"/>
                  <a:pt x="905083" y="15891"/>
                  <a:pt x="905083" y="35494"/>
                </a:cubicBezTo>
                <a:lnTo>
                  <a:pt x="905083" y="177467"/>
                </a:lnTo>
                <a:cubicBezTo>
                  <a:pt x="905083" y="197069"/>
                  <a:pt x="889192" y="212961"/>
                  <a:pt x="869589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25" name="Text 23"/>
          <p:cNvSpPr/>
          <p:nvPr/>
        </p:nvSpPr>
        <p:spPr>
          <a:xfrm>
            <a:off x="2222112" y="3648616"/>
            <a:ext cx="958323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Progress Bar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43050" y="4085079"/>
            <a:ext cx="5863518" cy="929928"/>
          </a:xfrm>
          <a:custGeom>
            <a:avLst/>
            <a:gdLst/>
            <a:ahLst/>
            <a:cxnLst/>
            <a:rect l="l" t="t" r="r" b="b"/>
            <a:pathLst>
              <a:path w="5863518" h="929928">
                <a:moveTo>
                  <a:pt x="70991" y="0"/>
                </a:moveTo>
                <a:lnTo>
                  <a:pt x="5792527" y="0"/>
                </a:lnTo>
                <a:cubicBezTo>
                  <a:pt x="5831734" y="0"/>
                  <a:pt x="5863518" y="31784"/>
                  <a:pt x="5863518" y="70991"/>
                </a:cubicBezTo>
                <a:lnTo>
                  <a:pt x="5863518" y="858938"/>
                </a:lnTo>
                <a:cubicBezTo>
                  <a:pt x="5863518" y="898145"/>
                  <a:pt x="5831734" y="929928"/>
                  <a:pt x="5792527" y="929928"/>
                </a:cubicBezTo>
                <a:lnTo>
                  <a:pt x="70991" y="929928"/>
                </a:lnTo>
                <a:cubicBezTo>
                  <a:pt x="31784" y="929928"/>
                  <a:pt x="0" y="898145"/>
                  <a:pt x="0" y="858938"/>
                </a:cubicBezTo>
                <a:lnTo>
                  <a:pt x="0" y="70991"/>
                </a:lnTo>
                <a:cubicBezTo>
                  <a:pt x="0" y="31784"/>
                  <a:pt x="31784" y="0"/>
                  <a:pt x="70991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3079" y="4195107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0686" y="4301588"/>
            <a:ext cx="159721" cy="141974"/>
          </a:xfrm>
          <a:custGeom>
            <a:avLst/>
            <a:gdLst/>
            <a:ahLst/>
            <a:cxnLst/>
            <a:rect l="l" t="t" r="r" b="b"/>
            <a:pathLst>
              <a:path w="159721" h="141974">
                <a:moveTo>
                  <a:pt x="142085" y="66550"/>
                </a:moveTo>
                <a:lnTo>
                  <a:pt x="93281" y="66550"/>
                </a:lnTo>
                <a:cubicBezTo>
                  <a:pt x="88373" y="66550"/>
                  <a:pt x="84408" y="62585"/>
                  <a:pt x="84408" y="57677"/>
                </a:cubicBezTo>
                <a:lnTo>
                  <a:pt x="84408" y="8873"/>
                </a:lnTo>
                <a:cubicBezTo>
                  <a:pt x="84408" y="3965"/>
                  <a:pt x="88401" y="-55"/>
                  <a:pt x="93253" y="582"/>
                </a:cubicBezTo>
                <a:cubicBezTo>
                  <a:pt x="122924" y="4520"/>
                  <a:pt x="146438" y="28034"/>
                  <a:pt x="150376" y="57705"/>
                </a:cubicBezTo>
                <a:cubicBezTo>
                  <a:pt x="151014" y="62557"/>
                  <a:pt x="146993" y="66550"/>
                  <a:pt x="142085" y="66550"/>
                </a:cubicBezTo>
                <a:close/>
                <a:moveTo>
                  <a:pt x="61725" y="10315"/>
                </a:moveTo>
                <a:cubicBezTo>
                  <a:pt x="66744" y="9262"/>
                  <a:pt x="71098" y="13366"/>
                  <a:pt x="71098" y="18495"/>
                </a:cubicBezTo>
                <a:lnTo>
                  <a:pt x="71098" y="73205"/>
                </a:lnTo>
                <a:cubicBezTo>
                  <a:pt x="71098" y="74758"/>
                  <a:pt x="71652" y="76255"/>
                  <a:pt x="72623" y="77448"/>
                </a:cubicBezTo>
                <a:lnTo>
                  <a:pt x="109253" y="121648"/>
                </a:lnTo>
                <a:cubicBezTo>
                  <a:pt x="112498" y="125558"/>
                  <a:pt x="111804" y="131464"/>
                  <a:pt x="107340" y="133877"/>
                </a:cubicBezTo>
                <a:cubicBezTo>
                  <a:pt x="97884" y="139034"/>
                  <a:pt x="87042" y="141974"/>
                  <a:pt x="75534" y="141974"/>
                </a:cubicBezTo>
                <a:cubicBezTo>
                  <a:pt x="38793" y="141974"/>
                  <a:pt x="8984" y="112165"/>
                  <a:pt x="8984" y="75424"/>
                </a:cubicBezTo>
                <a:cubicBezTo>
                  <a:pt x="8984" y="43396"/>
                  <a:pt x="31584" y="16665"/>
                  <a:pt x="61725" y="10315"/>
                </a:cubicBezTo>
                <a:close/>
                <a:moveTo>
                  <a:pt x="132490" y="79860"/>
                </a:moveTo>
                <a:lnTo>
                  <a:pt x="150237" y="79860"/>
                </a:lnTo>
                <a:cubicBezTo>
                  <a:pt x="155367" y="79860"/>
                  <a:pt x="159471" y="84214"/>
                  <a:pt x="158417" y="89233"/>
                </a:cubicBezTo>
                <a:cubicBezTo>
                  <a:pt x="155589" y="102654"/>
                  <a:pt x="148712" y="114577"/>
                  <a:pt x="139118" y="123672"/>
                </a:cubicBezTo>
                <a:cubicBezTo>
                  <a:pt x="135707" y="126917"/>
                  <a:pt x="130355" y="126224"/>
                  <a:pt x="127360" y="122591"/>
                </a:cubicBezTo>
                <a:lnTo>
                  <a:pt x="103957" y="94390"/>
                </a:lnTo>
                <a:cubicBezTo>
                  <a:pt x="99160" y="88595"/>
                  <a:pt x="103291" y="79860"/>
                  <a:pt x="110778" y="79860"/>
                </a:cubicBezTo>
                <a:lnTo>
                  <a:pt x="132463" y="79860"/>
                </a:ln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1114494" y="4195107"/>
            <a:ext cx="525303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Score Visualization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4494" y="4443562"/>
            <a:ext cx="524415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Circular progress indicator (0-100%) with color-coded results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114494" y="4692016"/>
            <a:ext cx="976070" cy="212961"/>
          </a:xfrm>
          <a:custGeom>
            <a:avLst/>
            <a:gdLst/>
            <a:ahLst/>
            <a:cxnLst/>
            <a:rect l="l" t="t" r="r" b="b"/>
            <a:pathLst>
              <a:path w="976070" h="212961">
                <a:moveTo>
                  <a:pt x="35494" y="0"/>
                </a:moveTo>
                <a:lnTo>
                  <a:pt x="940576" y="0"/>
                </a:lnTo>
                <a:cubicBezTo>
                  <a:pt x="960179" y="0"/>
                  <a:pt x="976070" y="15891"/>
                  <a:pt x="976070" y="35494"/>
                </a:cubicBezTo>
                <a:lnTo>
                  <a:pt x="976070" y="177467"/>
                </a:lnTo>
                <a:cubicBezTo>
                  <a:pt x="976070" y="197069"/>
                  <a:pt x="960179" y="212961"/>
                  <a:pt x="940576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14494" y="4692016"/>
            <a:ext cx="1029310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SVG Animation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158224" y="4692016"/>
            <a:ext cx="905083" cy="212961"/>
          </a:xfrm>
          <a:custGeom>
            <a:avLst/>
            <a:gdLst/>
            <a:ahLst/>
            <a:cxnLst/>
            <a:rect l="l" t="t" r="r" b="b"/>
            <a:pathLst>
              <a:path w="905083" h="212961">
                <a:moveTo>
                  <a:pt x="35494" y="0"/>
                </a:moveTo>
                <a:lnTo>
                  <a:pt x="869589" y="0"/>
                </a:lnTo>
                <a:cubicBezTo>
                  <a:pt x="889192" y="0"/>
                  <a:pt x="905083" y="15891"/>
                  <a:pt x="905083" y="35494"/>
                </a:cubicBezTo>
                <a:lnTo>
                  <a:pt x="905083" y="177467"/>
                </a:lnTo>
                <a:cubicBezTo>
                  <a:pt x="905083" y="197069"/>
                  <a:pt x="889192" y="212961"/>
                  <a:pt x="869589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FF4D4D">
              <a:alpha val="1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158224" y="4692016"/>
            <a:ext cx="958323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Color Coding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43050" y="5128471"/>
            <a:ext cx="5863518" cy="929928"/>
          </a:xfrm>
          <a:custGeom>
            <a:avLst/>
            <a:gdLst/>
            <a:ahLst/>
            <a:cxnLst/>
            <a:rect l="l" t="t" r="r" b="b"/>
            <a:pathLst>
              <a:path w="5863518" h="929928">
                <a:moveTo>
                  <a:pt x="70991" y="0"/>
                </a:moveTo>
                <a:lnTo>
                  <a:pt x="5792527" y="0"/>
                </a:lnTo>
                <a:cubicBezTo>
                  <a:pt x="5831734" y="0"/>
                  <a:pt x="5863518" y="31784"/>
                  <a:pt x="5863518" y="70991"/>
                </a:cubicBezTo>
                <a:lnTo>
                  <a:pt x="5863518" y="858938"/>
                </a:lnTo>
                <a:cubicBezTo>
                  <a:pt x="5863518" y="898145"/>
                  <a:pt x="5831734" y="929928"/>
                  <a:pt x="5792527" y="929928"/>
                </a:cubicBezTo>
                <a:lnTo>
                  <a:pt x="70991" y="929928"/>
                </a:lnTo>
                <a:cubicBezTo>
                  <a:pt x="31784" y="929928"/>
                  <a:pt x="0" y="898145"/>
                  <a:pt x="0" y="858938"/>
                </a:cubicBezTo>
                <a:lnTo>
                  <a:pt x="0" y="70991"/>
                </a:lnTo>
                <a:cubicBezTo>
                  <a:pt x="0" y="31784"/>
                  <a:pt x="31784" y="0"/>
                  <a:pt x="70991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079" y="5238499"/>
            <a:ext cx="354934" cy="354934"/>
          </a:xfrm>
          <a:custGeom>
            <a:avLst/>
            <a:gdLst/>
            <a:ahLst/>
            <a:cxnLst/>
            <a:rect l="l" t="t" r="r" b="b"/>
            <a:pathLst>
              <a:path w="354934" h="354934">
                <a:moveTo>
                  <a:pt x="70987" y="0"/>
                </a:moveTo>
                <a:lnTo>
                  <a:pt x="283948" y="0"/>
                </a:lnTo>
                <a:cubicBezTo>
                  <a:pt x="323126" y="0"/>
                  <a:pt x="354934" y="31808"/>
                  <a:pt x="354934" y="70987"/>
                </a:cubicBezTo>
                <a:lnTo>
                  <a:pt x="354934" y="283948"/>
                </a:lnTo>
                <a:cubicBezTo>
                  <a:pt x="354934" y="323153"/>
                  <a:pt x="323153" y="354934"/>
                  <a:pt x="283948" y="354934"/>
                </a:cubicBezTo>
                <a:lnTo>
                  <a:pt x="70987" y="354934"/>
                </a:lnTo>
                <a:cubicBezTo>
                  <a:pt x="31808" y="354934"/>
                  <a:pt x="0" y="323126"/>
                  <a:pt x="0" y="283948"/>
                </a:cubicBezTo>
                <a:lnTo>
                  <a:pt x="0" y="70987"/>
                </a:lnTo>
                <a:cubicBezTo>
                  <a:pt x="0" y="31808"/>
                  <a:pt x="31808" y="0"/>
                  <a:pt x="70987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37" name="Shape 35"/>
          <p:cNvSpPr/>
          <p:nvPr/>
        </p:nvSpPr>
        <p:spPr>
          <a:xfrm>
            <a:off x="750686" y="5344979"/>
            <a:ext cx="159721" cy="141974"/>
          </a:xfrm>
          <a:custGeom>
            <a:avLst/>
            <a:gdLst/>
            <a:ahLst/>
            <a:cxnLst/>
            <a:rect l="l" t="t" r="r" b="b"/>
            <a:pathLst>
              <a:path w="159721" h="141974">
                <a:moveTo>
                  <a:pt x="87347" y="87347"/>
                </a:moveTo>
                <a:lnTo>
                  <a:pt x="131270" y="27702"/>
                </a:lnTo>
                <a:lnTo>
                  <a:pt x="123146" y="19577"/>
                </a:lnTo>
                <a:lnTo>
                  <a:pt x="63500" y="63500"/>
                </a:lnTo>
                <a:lnTo>
                  <a:pt x="87347" y="87347"/>
                </a:lnTo>
                <a:close/>
                <a:moveTo>
                  <a:pt x="35493" y="88734"/>
                </a:moveTo>
                <a:lnTo>
                  <a:pt x="35493" y="88734"/>
                </a:lnTo>
                <a:lnTo>
                  <a:pt x="35493" y="68852"/>
                </a:lnTo>
                <a:cubicBezTo>
                  <a:pt x="35493" y="64609"/>
                  <a:pt x="37490" y="60644"/>
                  <a:pt x="40901" y="58148"/>
                </a:cubicBezTo>
                <a:lnTo>
                  <a:pt x="116629" y="2329"/>
                </a:lnTo>
                <a:cubicBezTo>
                  <a:pt x="118681" y="804"/>
                  <a:pt x="121177" y="0"/>
                  <a:pt x="123728" y="0"/>
                </a:cubicBezTo>
                <a:cubicBezTo>
                  <a:pt x="126889" y="0"/>
                  <a:pt x="129912" y="1248"/>
                  <a:pt x="132158" y="3494"/>
                </a:cubicBezTo>
                <a:lnTo>
                  <a:pt x="147353" y="18690"/>
                </a:lnTo>
                <a:cubicBezTo>
                  <a:pt x="149599" y="20936"/>
                  <a:pt x="150847" y="23958"/>
                  <a:pt x="150847" y="27147"/>
                </a:cubicBezTo>
                <a:cubicBezTo>
                  <a:pt x="150847" y="29698"/>
                  <a:pt x="150043" y="32194"/>
                  <a:pt x="148518" y="34246"/>
                </a:cubicBezTo>
                <a:lnTo>
                  <a:pt x="92727" y="109947"/>
                </a:lnTo>
                <a:cubicBezTo>
                  <a:pt x="90231" y="113357"/>
                  <a:pt x="86238" y="115354"/>
                  <a:pt x="82023" y="115354"/>
                </a:cubicBezTo>
                <a:lnTo>
                  <a:pt x="62141" y="115354"/>
                </a:lnTo>
                <a:lnTo>
                  <a:pt x="55098" y="122397"/>
                </a:lnTo>
                <a:cubicBezTo>
                  <a:pt x="51632" y="125863"/>
                  <a:pt x="46003" y="125863"/>
                  <a:pt x="42537" y="122397"/>
                </a:cubicBezTo>
                <a:lnTo>
                  <a:pt x="28478" y="108338"/>
                </a:lnTo>
                <a:cubicBezTo>
                  <a:pt x="25012" y="104872"/>
                  <a:pt x="25012" y="99243"/>
                  <a:pt x="28478" y="95777"/>
                </a:cubicBezTo>
                <a:lnTo>
                  <a:pt x="35493" y="88734"/>
                </a:lnTo>
                <a:close/>
                <a:moveTo>
                  <a:pt x="1941" y="129302"/>
                </a:moveTo>
                <a:lnTo>
                  <a:pt x="16277" y="114966"/>
                </a:lnTo>
                <a:lnTo>
                  <a:pt x="35854" y="134542"/>
                </a:lnTo>
                <a:lnTo>
                  <a:pt x="30391" y="140005"/>
                </a:lnTo>
                <a:cubicBezTo>
                  <a:pt x="29143" y="141253"/>
                  <a:pt x="27452" y="141946"/>
                  <a:pt x="25677" y="141946"/>
                </a:cubicBezTo>
                <a:lnTo>
                  <a:pt x="6655" y="141974"/>
                </a:lnTo>
                <a:cubicBezTo>
                  <a:pt x="2967" y="141974"/>
                  <a:pt x="0" y="139007"/>
                  <a:pt x="0" y="135319"/>
                </a:cubicBezTo>
                <a:lnTo>
                  <a:pt x="0" y="134016"/>
                </a:lnTo>
                <a:cubicBezTo>
                  <a:pt x="0" y="132241"/>
                  <a:pt x="693" y="130549"/>
                  <a:pt x="1941" y="129302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38" name="Text 36"/>
          <p:cNvSpPr/>
          <p:nvPr/>
        </p:nvSpPr>
        <p:spPr>
          <a:xfrm>
            <a:off x="1114494" y="5238499"/>
            <a:ext cx="5253031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Highlighted Suspicious Text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14494" y="5486953"/>
            <a:ext cx="524415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Extracted content with red highlighting on detected indicators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14494" y="5735407"/>
            <a:ext cx="976070" cy="212961"/>
          </a:xfrm>
          <a:custGeom>
            <a:avLst/>
            <a:gdLst/>
            <a:ahLst/>
            <a:cxnLst/>
            <a:rect l="l" t="t" r="r" b="b"/>
            <a:pathLst>
              <a:path w="976070" h="212961">
                <a:moveTo>
                  <a:pt x="35494" y="0"/>
                </a:moveTo>
                <a:lnTo>
                  <a:pt x="940576" y="0"/>
                </a:lnTo>
                <a:cubicBezTo>
                  <a:pt x="960179" y="0"/>
                  <a:pt x="976070" y="15891"/>
                  <a:pt x="976070" y="35494"/>
                </a:cubicBezTo>
                <a:lnTo>
                  <a:pt x="976070" y="177467"/>
                </a:lnTo>
                <a:cubicBezTo>
                  <a:pt x="976070" y="197069"/>
                  <a:pt x="960179" y="212961"/>
                  <a:pt x="940576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41" name="Text 39"/>
          <p:cNvSpPr/>
          <p:nvPr/>
        </p:nvSpPr>
        <p:spPr>
          <a:xfrm>
            <a:off x="1114494" y="5735407"/>
            <a:ext cx="1029310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Text Analysis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2158224" y="5735407"/>
            <a:ext cx="976070" cy="212961"/>
          </a:xfrm>
          <a:custGeom>
            <a:avLst/>
            <a:gdLst/>
            <a:ahLst/>
            <a:cxnLst/>
            <a:rect l="l" t="t" r="r" b="b"/>
            <a:pathLst>
              <a:path w="976070" h="212961">
                <a:moveTo>
                  <a:pt x="35494" y="0"/>
                </a:moveTo>
                <a:lnTo>
                  <a:pt x="940576" y="0"/>
                </a:lnTo>
                <a:cubicBezTo>
                  <a:pt x="960179" y="0"/>
                  <a:pt x="976070" y="15891"/>
                  <a:pt x="976070" y="35494"/>
                </a:cubicBezTo>
                <a:lnTo>
                  <a:pt x="976070" y="177467"/>
                </a:lnTo>
                <a:cubicBezTo>
                  <a:pt x="976070" y="197069"/>
                  <a:pt x="960179" y="212961"/>
                  <a:pt x="940576" y="212961"/>
                </a:cubicBezTo>
                <a:lnTo>
                  <a:pt x="35494" y="212961"/>
                </a:lnTo>
                <a:cubicBezTo>
                  <a:pt x="15904" y="212961"/>
                  <a:pt x="0" y="197056"/>
                  <a:pt x="0" y="177467"/>
                </a:cubicBezTo>
                <a:lnTo>
                  <a:pt x="0" y="35494"/>
                </a:lnTo>
                <a:cubicBezTo>
                  <a:pt x="0" y="15904"/>
                  <a:pt x="15904" y="0"/>
                  <a:pt x="35494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43" name="Text 41"/>
          <p:cNvSpPr/>
          <p:nvPr/>
        </p:nvSpPr>
        <p:spPr>
          <a:xfrm>
            <a:off x="2158224" y="5735407"/>
            <a:ext cx="1029310" cy="212961"/>
          </a:xfrm>
          <a:prstGeom prst="rect">
            <a:avLst/>
          </a:prstGeom>
          <a:noFill/>
          <a:ln/>
        </p:spPr>
        <p:txBody>
          <a:bodyPr wrap="square" lIns="70987" tIns="35493" rIns="70987" bIns="35493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Visual Alerts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38542" y="1423287"/>
            <a:ext cx="5100409" cy="2491640"/>
          </a:xfrm>
          <a:custGeom>
            <a:avLst/>
            <a:gdLst/>
            <a:ahLst/>
            <a:cxnLst/>
            <a:rect l="l" t="t" r="r" b="b"/>
            <a:pathLst>
              <a:path w="5100409" h="2491640">
                <a:moveTo>
                  <a:pt x="106493" y="0"/>
                </a:moveTo>
                <a:lnTo>
                  <a:pt x="4993916" y="0"/>
                </a:lnTo>
                <a:cubicBezTo>
                  <a:pt x="5052730" y="0"/>
                  <a:pt x="5100409" y="47678"/>
                  <a:pt x="5100409" y="106493"/>
                </a:cubicBezTo>
                <a:lnTo>
                  <a:pt x="5100409" y="2385147"/>
                </a:lnTo>
                <a:cubicBezTo>
                  <a:pt x="5100409" y="2443962"/>
                  <a:pt x="5052730" y="2491640"/>
                  <a:pt x="4993916" y="2491640"/>
                </a:cubicBezTo>
                <a:lnTo>
                  <a:pt x="106493" y="2491640"/>
                </a:lnTo>
                <a:cubicBezTo>
                  <a:pt x="47678" y="2491640"/>
                  <a:pt x="0" y="2443962"/>
                  <a:pt x="0" y="2385147"/>
                </a:cubicBezTo>
                <a:lnTo>
                  <a:pt x="0" y="106493"/>
                </a:lnTo>
                <a:cubicBezTo>
                  <a:pt x="0" y="47678"/>
                  <a:pt x="47678" y="0"/>
                  <a:pt x="106493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941742" y="1648669"/>
            <a:ext cx="159721" cy="159721"/>
          </a:xfrm>
          <a:custGeom>
            <a:avLst/>
            <a:gdLst/>
            <a:ahLst/>
            <a:cxnLst/>
            <a:rect l="l" t="t" r="r" b="b"/>
            <a:pathLst>
              <a:path w="159721" h="159721">
                <a:moveTo>
                  <a:pt x="159721" y="79860"/>
                </a:moveTo>
                <a:cubicBezTo>
                  <a:pt x="159721" y="80141"/>
                  <a:pt x="159721" y="80422"/>
                  <a:pt x="159721" y="80703"/>
                </a:cubicBezTo>
                <a:cubicBezTo>
                  <a:pt x="159596" y="92089"/>
                  <a:pt x="149239" y="99825"/>
                  <a:pt x="137853" y="99825"/>
                </a:cubicBezTo>
                <a:lnTo>
                  <a:pt x="107312" y="99825"/>
                </a:lnTo>
                <a:cubicBezTo>
                  <a:pt x="99045" y="99825"/>
                  <a:pt x="92338" y="106532"/>
                  <a:pt x="92338" y="114799"/>
                </a:cubicBezTo>
                <a:cubicBezTo>
                  <a:pt x="92338" y="115860"/>
                  <a:pt x="92463" y="116889"/>
                  <a:pt x="92650" y="117887"/>
                </a:cubicBezTo>
                <a:cubicBezTo>
                  <a:pt x="93305" y="121069"/>
                  <a:pt x="94678" y="124127"/>
                  <a:pt x="96019" y="127215"/>
                </a:cubicBezTo>
                <a:cubicBezTo>
                  <a:pt x="97922" y="131520"/>
                  <a:pt x="99794" y="135794"/>
                  <a:pt x="99794" y="140317"/>
                </a:cubicBezTo>
                <a:cubicBezTo>
                  <a:pt x="99794" y="150237"/>
                  <a:pt x="93056" y="159253"/>
                  <a:pt x="83136" y="159658"/>
                </a:cubicBezTo>
                <a:cubicBezTo>
                  <a:pt x="82044" y="159689"/>
                  <a:pt x="80952" y="159721"/>
                  <a:pt x="79829" y="159721"/>
                </a:cubicBezTo>
                <a:cubicBezTo>
                  <a:pt x="35719" y="159721"/>
                  <a:pt x="-31" y="123971"/>
                  <a:pt x="-31" y="79860"/>
                </a:cubicBezTo>
                <a:cubicBezTo>
                  <a:pt x="-31" y="35750"/>
                  <a:pt x="35750" y="0"/>
                  <a:pt x="79860" y="0"/>
                </a:cubicBezTo>
                <a:cubicBezTo>
                  <a:pt x="123971" y="0"/>
                  <a:pt x="159721" y="35750"/>
                  <a:pt x="159721" y="79860"/>
                </a:cubicBezTo>
                <a:close/>
                <a:moveTo>
                  <a:pt x="39930" y="89843"/>
                </a:moveTo>
                <a:cubicBezTo>
                  <a:pt x="39930" y="84333"/>
                  <a:pt x="35457" y="79860"/>
                  <a:pt x="29948" y="79860"/>
                </a:cubicBezTo>
                <a:cubicBezTo>
                  <a:pt x="24438" y="79860"/>
                  <a:pt x="19965" y="84333"/>
                  <a:pt x="19965" y="89843"/>
                </a:cubicBezTo>
                <a:cubicBezTo>
                  <a:pt x="19965" y="95352"/>
                  <a:pt x="24438" y="99825"/>
                  <a:pt x="29948" y="99825"/>
                </a:cubicBezTo>
                <a:cubicBezTo>
                  <a:pt x="35457" y="99825"/>
                  <a:pt x="39930" y="95352"/>
                  <a:pt x="39930" y="89843"/>
                </a:cubicBezTo>
                <a:close/>
                <a:moveTo>
                  <a:pt x="39930" y="59895"/>
                </a:moveTo>
                <a:cubicBezTo>
                  <a:pt x="45440" y="59895"/>
                  <a:pt x="49913" y="55422"/>
                  <a:pt x="49913" y="49913"/>
                </a:cubicBezTo>
                <a:cubicBezTo>
                  <a:pt x="49913" y="44403"/>
                  <a:pt x="45440" y="39930"/>
                  <a:pt x="39930" y="39930"/>
                </a:cubicBezTo>
                <a:cubicBezTo>
                  <a:pt x="34421" y="39930"/>
                  <a:pt x="29948" y="44403"/>
                  <a:pt x="29948" y="49913"/>
                </a:cubicBezTo>
                <a:cubicBezTo>
                  <a:pt x="29948" y="55422"/>
                  <a:pt x="34421" y="59895"/>
                  <a:pt x="39930" y="59895"/>
                </a:cubicBezTo>
                <a:close/>
                <a:moveTo>
                  <a:pt x="89843" y="29948"/>
                </a:moveTo>
                <a:cubicBezTo>
                  <a:pt x="89843" y="24438"/>
                  <a:pt x="85370" y="19965"/>
                  <a:pt x="79860" y="19965"/>
                </a:cubicBezTo>
                <a:cubicBezTo>
                  <a:pt x="74351" y="19965"/>
                  <a:pt x="69878" y="24438"/>
                  <a:pt x="69878" y="29948"/>
                </a:cubicBezTo>
                <a:cubicBezTo>
                  <a:pt x="69878" y="35457"/>
                  <a:pt x="74351" y="39930"/>
                  <a:pt x="79860" y="39930"/>
                </a:cubicBezTo>
                <a:cubicBezTo>
                  <a:pt x="85370" y="39930"/>
                  <a:pt x="89843" y="35457"/>
                  <a:pt x="89843" y="29948"/>
                </a:cubicBezTo>
                <a:close/>
                <a:moveTo>
                  <a:pt x="119790" y="59895"/>
                </a:moveTo>
                <a:cubicBezTo>
                  <a:pt x="125300" y="59895"/>
                  <a:pt x="129773" y="55422"/>
                  <a:pt x="129773" y="49913"/>
                </a:cubicBezTo>
                <a:cubicBezTo>
                  <a:pt x="129773" y="44403"/>
                  <a:pt x="125300" y="39930"/>
                  <a:pt x="119790" y="39930"/>
                </a:cubicBezTo>
                <a:cubicBezTo>
                  <a:pt x="114281" y="39930"/>
                  <a:pt x="109808" y="44403"/>
                  <a:pt x="109808" y="49913"/>
                </a:cubicBezTo>
                <a:cubicBezTo>
                  <a:pt x="109808" y="55422"/>
                  <a:pt x="114281" y="59895"/>
                  <a:pt x="119790" y="59895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46" name="Text 44"/>
          <p:cNvSpPr/>
          <p:nvPr/>
        </p:nvSpPr>
        <p:spPr>
          <a:xfrm>
            <a:off x="7123646" y="1604302"/>
            <a:ext cx="461414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Design System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23108" y="1998279"/>
            <a:ext cx="557247" cy="344286"/>
          </a:xfrm>
          <a:custGeom>
            <a:avLst/>
            <a:gdLst/>
            <a:ahLst/>
            <a:cxnLst/>
            <a:rect l="l" t="t" r="r" b="b"/>
            <a:pathLst>
              <a:path w="557247" h="344286">
                <a:moveTo>
                  <a:pt x="35492" y="0"/>
                </a:moveTo>
                <a:lnTo>
                  <a:pt x="521755" y="0"/>
                </a:lnTo>
                <a:cubicBezTo>
                  <a:pt x="541344" y="0"/>
                  <a:pt x="557247" y="15904"/>
                  <a:pt x="557247" y="35492"/>
                </a:cubicBezTo>
                <a:lnTo>
                  <a:pt x="557247" y="308794"/>
                </a:lnTo>
                <a:cubicBezTo>
                  <a:pt x="557247" y="328383"/>
                  <a:pt x="541344" y="344286"/>
                  <a:pt x="521755" y="344286"/>
                </a:cubicBezTo>
                <a:lnTo>
                  <a:pt x="35492" y="344286"/>
                </a:lnTo>
                <a:cubicBezTo>
                  <a:pt x="15904" y="344286"/>
                  <a:pt x="0" y="328383"/>
                  <a:pt x="0" y="308794"/>
                </a:cubicBezTo>
                <a:lnTo>
                  <a:pt x="0" y="35492"/>
                </a:lnTo>
                <a:cubicBezTo>
                  <a:pt x="0" y="15904"/>
                  <a:pt x="15904" y="0"/>
                  <a:pt x="35492" y="0"/>
                </a:cubicBezTo>
                <a:close/>
              </a:path>
            </a:pathLst>
          </a:custGeom>
          <a:solidFill>
            <a:srgbClr val="0D1117"/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93934" y="2012477"/>
            <a:ext cx="718742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593934" y="2189944"/>
            <a:ext cx="709869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#0D1117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919559" y="2456145"/>
            <a:ext cx="567895" cy="354934"/>
          </a:xfrm>
          <a:custGeom>
            <a:avLst/>
            <a:gdLst/>
            <a:ahLst/>
            <a:cxnLst/>
            <a:rect l="l" t="t" r="r" b="b"/>
            <a:pathLst>
              <a:path w="567895" h="354934">
                <a:moveTo>
                  <a:pt x="35493" y="0"/>
                </a:moveTo>
                <a:lnTo>
                  <a:pt x="532402" y="0"/>
                </a:lnTo>
                <a:cubicBezTo>
                  <a:pt x="551991" y="0"/>
                  <a:pt x="567895" y="15904"/>
                  <a:pt x="567895" y="35493"/>
                </a:cubicBezTo>
                <a:lnTo>
                  <a:pt x="567895" y="319441"/>
                </a:lnTo>
                <a:cubicBezTo>
                  <a:pt x="567895" y="339044"/>
                  <a:pt x="552004" y="354934"/>
                  <a:pt x="532402" y="354934"/>
                </a:cubicBezTo>
                <a:lnTo>
                  <a:pt x="35493" y="354934"/>
                </a:lnTo>
                <a:cubicBezTo>
                  <a:pt x="15904" y="354934"/>
                  <a:pt x="0" y="339030"/>
                  <a:pt x="0" y="319441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51" name="Text 49"/>
          <p:cNvSpPr/>
          <p:nvPr/>
        </p:nvSpPr>
        <p:spPr>
          <a:xfrm>
            <a:off x="7593934" y="2473892"/>
            <a:ext cx="860716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(Safe)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7593934" y="2651359"/>
            <a:ext cx="851843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#00FF64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19559" y="2917560"/>
            <a:ext cx="567895" cy="354934"/>
          </a:xfrm>
          <a:custGeom>
            <a:avLst/>
            <a:gdLst/>
            <a:ahLst/>
            <a:cxnLst/>
            <a:rect l="l" t="t" r="r" b="b"/>
            <a:pathLst>
              <a:path w="567895" h="354934">
                <a:moveTo>
                  <a:pt x="35493" y="0"/>
                </a:moveTo>
                <a:lnTo>
                  <a:pt x="532402" y="0"/>
                </a:lnTo>
                <a:cubicBezTo>
                  <a:pt x="551991" y="0"/>
                  <a:pt x="567895" y="15904"/>
                  <a:pt x="567895" y="35493"/>
                </a:cubicBezTo>
                <a:lnTo>
                  <a:pt x="567895" y="319441"/>
                </a:lnTo>
                <a:cubicBezTo>
                  <a:pt x="567895" y="339044"/>
                  <a:pt x="552004" y="354934"/>
                  <a:pt x="532402" y="354934"/>
                </a:cubicBezTo>
                <a:lnTo>
                  <a:pt x="35493" y="354934"/>
                </a:lnTo>
                <a:cubicBezTo>
                  <a:pt x="15904" y="354934"/>
                  <a:pt x="0" y="339030"/>
                  <a:pt x="0" y="319441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54" name="Text 52"/>
          <p:cNvSpPr/>
          <p:nvPr/>
        </p:nvSpPr>
        <p:spPr>
          <a:xfrm>
            <a:off x="7593934" y="2935307"/>
            <a:ext cx="976070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Accent (Danger)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593934" y="3112774"/>
            <a:ext cx="967197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#FF4D4D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919559" y="3378975"/>
            <a:ext cx="567895" cy="354934"/>
          </a:xfrm>
          <a:custGeom>
            <a:avLst/>
            <a:gdLst/>
            <a:ahLst/>
            <a:cxnLst/>
            <a:rect l="l" t="t" r="r" b="b"/>
            <a:pathLst>
              <a:path w="567895" h="354934">
                <a:moveTo>
                  <a:pt x="35493" y="0"/>
                </a:moveTo>
                <a:lnTo>
                  <a:pt x="532402" y="0"/>
                </a:lnTo>
                <a:cubicBezTo>
                  <a:pt x="551991" y="0"/>
                  <a:pt x="567895" y="15904"/>
                  <a:pt x="567895" y="35493"/>
                </a:cubicBezTo>
                <a:lnTo>
                  <a:pt x="567895" y="319441"/>
                </a:lnTo>
                <a:cubicBezTo>
                  <a:pt x="567895" y="339044"/>
                  <a:pt x="552004" y="354934"/>
                  <a:pt x="532402" y="354934"/>
                </a:cubicBezTo>
                <a:lnTo>
                  <a:pt x="35493" y="354934"/>
                </a:lnTo>
                <a:cubicBezTo>
                  <a:pt x="15904" y="354934"/>
                  <a:pt x="0" y="339030"/>
                  <a:pt x="0" y="319441"/>
                </a:cubicBezTo>
                <a:lnTo>
                  <a:pt x="0" y="35493"/>
                </a:lnTo>
                <a:cubicBezTo>
                  <a:pt x="0" y="15904"/>
                  <a:pt x="15904" y="0"/>
                  <a:pt x="35493" y="0"/>
                </a:cubicBez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57" name="Text 55"/>
          <p:cNvSpPr/>
          <p:nvPr/>
        </p:nvSpPr>
        <p:spPr>
          <a:xfrm>
            <a:off x="7593934" y="3396721"/>
            <a:ext cx="647755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Secondary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593934" y="3574189"/>
            <a:ext cx="638882" cy="1419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38" dirty="0">
                <a:solidFill>
                  <a:srgbClr val="E6EDF3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#3B4252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738542" y="4064005"/>
            <a:ext cx="5100409" cy="1923745"/>
          </a:xfrm>
          <a:custGeom>
            <a:avLst/>
            <a:gdLst/>
            <a:ahLst/>
            <a:cxnLst/>
            <a:rect l="l" t="t" r="r" b="b"/>
            <a:pathLst>
              <a:path w="5100409" h="1923745">
                <a:moveTo>
                  <a:pt x="106479" y="0"/>
                </a:moveTo>
                <a:lnTo>
                  <a:pt x="4993929" y="0"/>
                </a:lnTo>
                <a:cubicBezTo>
                  <a:pt x="5052736" y="0"/>
                  <a:pt x="5100409" y="47672"/>
                  <a:pt x="5100409" y="106479"/>
                </a:cubicBezTo>
                <a:lnTo>
                  <a:pt x="5100409" y="1817266"/>
                </a:lnTo>
                <a:cubicBezTo>
                  <a:pt x="5100409" y="1876073"/>
                  <a:pt x="5052736" y="1923745"/>
                  <a:pt x="4993929" y="1923745"/>
                </a:cubicBezTo>
                <a:lnTo>
                  <a:pt x="106479" y="1923745"/>
                </a:lnTo>
                <a:cubicBezTo>
                  <a:pt x="47712" y="1923745"/>
                  <a:pt x="0" y="1876033"/>
                  <a:pt x="0" y="1817266"/>
                </a:cubicBezTo>
                <a:lnTo>
                  <a:pt x="0" y="106479"/>
                </a:lnTo>
                <a:cubicBezTo>
                  <a:pt x="0" y="47712"/>
                  <a:pt x="47712" y="0"/>
                  <a:pt x="106479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31760" y="4289387"/>
            <a:ext cx="179686" cy="159721"/>
          </a:xfrm>
          <a:custGeom>
            <a:avLst/>
            <a:gdLst/>
            <a:ahLst/>
            <a:cxnLst/>
            <a:rect l="l" t="t" r="r" b="b"/>
            <a:pathLst>
              <a:path w="179686" h="159721">
                <a:moveTo>
                  <a:pt x="14974" y="61081"/>
                </a:moveTo>
                <a:lnTo>
                  <a:pt x="80235" y="87940"/>
                </a:lnTo>
                <a:cubicBezTo>
                  <a:pt x="83292" y="89188"/>
                  <a:pt x="86536" y="89843"/>
                  <a:pt x="89843" y="89843"/>
                </a:cubicBezTo>
                <a:cubicBezTo>
                  <a:pt x="93150" y="89843"/>
                  <a:pt x="96394" y="89188"/>
                  <a:pt x="99451" y="87940"/>
                </a:cubicBezTo>
                <a:lnTo>
                  <a:pt x="175069" y="56807"/>
                </a:lnTo>
                <a:cubicBezTo>
                  <a:pt x="177876" y="55653"/>
                  <a:pt x="179686" y="52939"/>
                  <a:pt x="179686" y="49913"/>
                </a:cubicBezTo>
                <a:cubicBezTo>
                  <a:pt x="179686" y="46887"/>
                  <a:pt x="177876" y="44173"/>
                  <a:pt x="175069" y="43018"/>
                </a:cubicBezTo>
                <a:lnTo>
                  <a:pt x="99451" y="11885"/>
                </a:lnTo>
                <a:cubicBezTo>
                  <a:pt x="96394" y="10638"/>
                  <a:pt x="93150" y="9983"/>
                  <a:pt x="89843" y="9983"/>
                </a:cubicBezTo>
                <a:cubicBezTo>
                  <a:pt x="86536" y="9983"/>
                  <a:pt x="83292" y="10638"/>
                  <a:pt x="80235" y="11885"/>
                </a:cubicBezTo>
                <a:lnTo>
                  <a:pt x="4617" y="43018"/>
                </a:lnTo>
                <a:cubicBezTo>
                  <a:pt x="1809" y="44173"/>
                  <a:pt x="0" y="46887"/>
                  <a:pt x="0" y="49913"/>
                </a:cubicBezTo>
                <a:lnTo>
                  <a:pt x="0" y="142251"/>
                </a:lnTo>
                <a:cubicBezTo>
                  <a:pt x="0" y="146400"/>
                  <a:pt x="3338" y="149738"/>
                  <a:pt x="7487" y="149738"/>
                </a:cubicBezTo>
                <a:cubicBezTo>
                  <a:pt x="11636" y="149738"/>
                  <a:pt x="14974" y="146400"/>
                  <a:pt x="14974" y="142251"/>
                </a:cubicBezTo>
                <a:lnTo>
                  <a:pt x="14974" y="61081"/>
                </a:lnTo>
                <a:close/>
                <a:moveTo>
                  <a:pt x="29948" y="83448"/>
                </a:moveTo>
                <a:lnTo>
                  <a:pt x="29948" y="119790"/>
                </a:lnTo>
                <a:cubicBezTo>
                  <a:pt x="29948" y="136324"/>
                  <a:pt x="56776" y="149738"/>
                  <a:pt x="89843" y="149738"/>
                </a:cubicBezTo>
                <a:cubicBezTo>
                  <a:pt x="122910" y="149738"/>
                  <a:pt x="149738" y="136324"/>
                  <a:pt x="149738" y="119790"/>
                </a:cubicBezTo>
                <a:lnTo>
                  <a:pt x="149738" y="83417"/>
                </a:lnTo>
                <a:lnTo>
                  <a:pt x="105160" y="101791"/>
                </a:lnTo>
                <a:cubicBezTo>
                  <a:pt x="100293" y="103787"/>
                  <a:pt x="95115" y="104817"/>
                  <a:pt x="89843" y="104817"/>
                </a:cubicBezTo>
                <a:cubicBezTo>
                  <a:pt x="84571" y="104817"/>
                  <a:pt x="79392" y="103787"/>
                  <a:pt x="74526" y="101791"/>
                </a:cubicBezTo>
                <a:lnTo>
                  <a:pt x="29948" y="83417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1" name="Text 59"/>
          <p:cNvSpPr/>
          <p:nvPr/>
        </p:nvSpPr>
        <p:spPr>
          <a:xfrm>
            <a:off x="7123646" y="4245020"/>
            <a:ext cx="4614148" cy="2484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Educational Features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6945070" y="4653195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105496" y="17008"/>
                </a:moveTo>
                <a:cubicBezTo>
                  <a:pt x="108966" y="19532"/>
                  <a:pt x="109742" y="24384"/>
                  <a:pt x="107219" y="27854"/>
                </a:cubicBezTo>
                <a:lnTo>
                  <a:pt x="45105" y="113260"/>
                </a:lnTo>
                <a:cubicBezTo>
                  <a:pt x="43771" y="115104"/>
                  <a:pt x="41708" y="116245"/>
                  <a:pt x="39428" y="116439"/>
                </a:cubicBezTo>
                <a:cubicBezTo>
                  <a:pt x="37147" y="116633"/>
                  <a:pt x="34939" y="115784"/>
                  <a:pt x="33338" y="114182"/>
                </a:cubicBezTo>
                <a:lnTo>
                  <a:pt x="2281" y="83125"/>
                </a:lnTo>
                <a:cubicBezTo>
                  <a:pt x="-752" y="80092"/>
                  <a:pt x="-752" y="75167"/>
                  <a:pt x="2281" y="72134"/>
                </a:cubicBezTo>
                <a:cubicBezTo>
                  <a:pt x="5314" y="69101"/>
                  <a:pt x="10239" y="69101"/>
                  <a:pt x="13272" y="72134"/>
                </a:cubicBezTo>
                <a:lnTo>
                  <a:pt x="37899" y="96761"/>
                </a:lnTo>
                <a:lnTo>
                  <a:pt x="94675" y="18707"/>
                </a:lnTo>
                <a:cubicBezTo>
                  <a:pt x="97198" y="15237"/>
                  <a:pt x="102051" y="14461"/>
                  <a:pt x="105520" y="1698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3" name="Text 61"/>
          <p:cNvSpPr/>
          <p:nvPr/>
        </p:nvSpPr>
        <p:spPr>
          <a:xfrm>
            <a:off x="7145830" y="4635448"/>
            <a:ext cx="210298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tip cards explaining phishing tactics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945070" y="4901649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105496" y="17008"/>
                </a:moveTo>
                <a:cubicBezTo>
                  <a:pt x="108966" y="19532"/>
                  <a:pt x="109742" y="24384"/>
                  <a:pt x="107219" y="27854"/>
                </a:cubicBezTo>
                <a:lnTo>
                  <a:pt x="45105" y="113260"/>
                </a:lnTo>
                <a:cubicBezTo>
                  <a:pt x="43771" y="115104"/>
                  <a:pt x="41708" y="116245"/>
                  <a:pt x="39428" y="116439"/>
                </a:cubicBezTo>
                <a:cubicBezTo>
                  <a:pt x="37147" y="116633"/>
                  <a:pt x="34939" y="115784"/>
                  <a:pt x="33338" y="114182"/>
                </a:cubicBezTo>
                <a:lnTo>
                  <a:pt x="2281" y="83125"/>
                </a:lnTo>
                <a:cubicBezTo>
                  <a:pt x="-752" y="80092"/>
                  <a:pt x="-752" y="75167"/>
                  <a:pt x="2281" y="72134"/>
                </a:cubicBezTo>
                <a:cubicBezTo>
                  <a:pt x="5314" y="69101"/>
                  <a:pt x="10239" y="69101"/>
                  <a:pt x="13272" y="72134"/>
                </a:cubicBezTo>
                <a:lnTo>
                  <a:pt x="37899" y="96761"/>
                </a:lnTo>
                <a:lnTo>
                  <a:pt x="94675" y="18707"/>
                </a:lnTo>
                <a:cubicBezTo>
                  <a:pt x="97198" y="15237"/>
                  <a:pt x="102051" y="14461"/>
                  <a:pt x="105520" y="1698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5" name="Text 63"/>
          <p:cNvSpPr/>
          <p:nvPr/>
        </p:nvSpPr>
        <p:spPr>
          <a:xfrm>
            <a:off x="7145830" y="4883902"/>
            <a:ext cx="1694812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phishing examples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945070" y="5150103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105496" y="17008"/>
                </a:moveTo>
                <a:cubicBezTo>
                  <a:pt x="108966" y="19532"/>
                  <a:pt x="109742" y="24384"/>
                  <a:pt x="107219" y="27854"/>
                </a:cubicBezTo>
                <a:lnTo>
                  <a:pt x="45105" y="113260"/>
                </a:lnTo>
                <a:cubicBezTo>
                  <a:pt x="43771" y="115104"/>
                  <a:pt x="41708" y="116245"/>
                  <a:pt x="39428" y="116439"/>
                </a:cubicBezTo>
                <a:cubicBezTo>
                  <a:pt x="37147" y="116633"/>
                  <a:pt x="34939" y="115784"/>
                  <a:pt x="33338" y="114182"/>
                </a:cubicBezTo>
                <a:lnTo>
                  <a:pt x="2281" y="83125"/>
                </a:lnTo>
                <a:cubicBezTo>
                  <a:pt x="-752" y="80092"/>
                  <a:pt x="-752" y="75167"/>
                  <a:pt x="2281" y="72134"/>
                </a:cubicBezTo>
                <a:cubicBezTo>
                  <a:pt x="5314" y="69101"/>
                  <a:pt x="10239" y="69101"/>
                  <a:pt x="13272" y="72134"/>
                </a:cubicBezTo>
                <a:lnTo>
                  <a:pt x="37899" y="96761"/>
                </a:lnTo>
                <a:lnTo>
                  <a:pt x="94675" y="18707"/>
                </a:lnTo>
                <a:cubicBezTo>
                  <a:pt x="97198" y="15237"/>
                  <a:pt x="102051" y="14461"/>
                  <a:pt x="105520" y="1698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7" name="Text 65"/>
          <p:cNvSpPr/>
          <p:nvPr/>
        </p:nvSpPr>
        <p:spPr>
          <a:xfrm>
            <a:off x="7145830" y="5132356"/>
            <a:ext cx="128663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level explanations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945070" y="5398557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105496" y="17008"/>
                </a:moveTo>
                <a:cubicBezTo>
                  <a:pt x="108966" y="19532"/>
                  <a:pt x="109742" y="24384"/>
                  <a:pt x="107219" y="27854"/>
                </a:cubicBezTo>
                <a:lnTo>
                  <a:pt x="45105" y="113260"/>
                </a:lnTo>
                <a:cubicBezTo>
                  <a:pt x="43771" y="115104"/>
                  <a:pt x="41708" y="116245"/>
                  <a:pt x="39428" y="116439"/>
                </a:cubicBezTo>
                <a:cubicBezTo>
                  <a:pt x="37147" y="116633"/>
                  <a:pt x="34939" y="115784"/>
                  <a:pt x="33338" y="114182"/>
                </a:cubicBezTo>
                <a:lnTo>
                  <a:pt x="2281" y="83125"/>
                </a:lnTo>
                <a:cubicBezTo>
                  <a:pt x="-752" y="80092"/>
                  <a:pt x="-752" y="75167"/>
                  <a:pt x="2281" y="72134"/>
                </a:cubicBezTo>
                <a:cubicBezTo>
                  <a:pt x="5314" y="69101"/>
                  <a:pt x="10239" y="69101"/>
                  <a:pt x="13272" y="72134"/>
                </a:cubicBezTo>
                <a:lnTo>
                  <a:pt x="37899" y="96761"/>
                </a:lnTo>
                <a:lnTo>
                  <a:pt x="94675" y="18707"/>
                </a:lnTo>
                <a:cubicBezTo>
                  <a:pt x="97198" y="15237"/>
                  <a:pt x="102051" y="14461"/>
                  <a:pt x="105520" y="1698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9" name="Text 67"/>
          <p:cNvSpPr/>
          <p:nvPr/>
        </p:nvSpPr>
        <p:spPr>
          <a:xfrm>
            <a:off x="7145830" y="5380810"/>
            <a:ext cx="1393118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hover effects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6945070" y="5647011"/>
            <a:ext cx="108699" cy="124227"/>
          </a:xfrm>
          <a:custGeom>
            <a:avLst/>
            <a:gdLst/>
            <a:ahLst/>
            <a:cxnLst/>
            <a:rect l="l" t="t" r="r" b="b"/>
            <a:pathLst>
              <a:path w="108699" h="124227">
                <a:moveTo>
                  <a:pt x="105496" y="17008"/>
                </a:moveTo>
                <a:cubicBezTo>
                  <a:pt x="108966" y="19532"/>
                  <a:pt x="109742" y="24384"/>
                  <a:pt x="107219" y="27854"/>
                </a:cubicBezTo>
                <a:lnTo>
                  <a:pt x="45105" y="113260"/>
                </a:lnTo>
                <a:cubicBezTo>
                  <a:pt x="43771" y="115104"/>
                  <a:pt x="41708" y="116245"/>
                  <a:pt x="39428" y="116439"/>
                </a:cubicBezTo>
                <a:cubicBezTo>
                  <a:pt x="37147" y="116633"/>
                  <a:pt x="34939" y="115784"/>
                  <a:pt x="33338" y="114182"/>
                </a:cubicBezTo>
                <a:lnTo>
                  <a:pt x="2281" y="83125"/>
                </a:lnTo>
                <a:cubicBezTo>
                  <a:pt x="-752" y="80092"/>
                  <a:pt x="-752" y="75167"/>
                  <a:pt x="2281" y="72134"/>
                </a:cubicBezTo>
                <a:cubicBezTo>
                  <a:pt x="5314" y="69101"/>
                  <a:pt x="10239" y="69101"/>
                  <a:pt x="13272" y="72134"/>
                </a:cubicBezTo>
                <a:lnTo>
                  <a:pt x="37899" y="96761"/>
                </a:lnTo>
                <a:lnTo>
                  <a:pt x="94675" y="18707"/>
                </a:lnTo>
                <a:cubicBezTo>
                  <a:pt x="97198" y="15237"/>
                  <a:pt x="102051" y="14461"/>
                  <a:pt x="105520" y="16984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1" name="Text 69"/>
          <p:cNvSpPr/>
          <p:nvPr/>
        </p:nvSpPr>
        <p:spPr>
          <a:xfrm>
            <a:off x="7145830" y="5629265"/>
            <a:ext cx="1260017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Animated result cards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6738542" y="6136819"/>
            <a:ext cx="5100409" cy="716968"/>
          </a:xfrm>
          <a:custGeom>
            <a:avLst/>
            <a:gdLst/>
            <a:ahLst/>
            <a:cxnLst/>
            <a:rect l="l" t="t" r="r" b="b"/>
            <a:pathLst>
              <a:path w="5100409" h="716968">
                <a:moveTo>
                  <a:pt x="106477" y="0"/>
                </a:moveTo>
                <a:lnTo>
                  <a:pt x="4993932" y="0"/>
                </a:lnTo>
                <a:cubicBezTo>
                  <a:pt x="5052737" y="0"/>
                  <a:pt x="5100409" y="47671"/>
                  <a:pt x="5100409" y="106477"/>
                </a:cubicBezTo>
                <a:lnTo>
                  <a:pt x="5100409" y="610491"/>
                </a:lnTo>
                <a:cubicBezTo>
                  <a:pt x="5100409" y="669296"/>
                  <a:pt x="5052737" y="716968"/>
                  <a:pt x="4993932" y="716968"/>
                </a:cubicBezTo>
                <a:lnTo>
                  <a:pt x="106477" y="716968"/>
                </a:lnTo>
                <a:cubicBezTo>
                  <a:pt x="47671" y="716968"/>
                  <a:pt x="0" y="669296"/>
                  <a:pt x="0" y="610491"/>
                </a:cubicBezTo>
                <a:lnTo>
                  <a:pt x="0" y="106477"/>
                </a:lnTo>
                <a:cubicBezTo>
                  <a:pt x="0" y="47711"/>
                  <a:pt x="47711" y="0"/>
                  <a:pt x="106477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95157" y="6406568"/>
            <a:ext cx="199651" cy="177467"/>
          </a:xfrm>
          <a:custGeom>
            <a:avLst/>
            <a:gdLst/>
            <a:ahLst/>
            <a:cxnLst/>
            <a:rect l="l" t="t" r="r" b="b"/>
            <a:pathLst>
              <a:path w="199651" h="177467">
                <a:moveTo>
                  <a:pt x="125059" y="416"/>
                </a:moveTo>
                <a:cubicBezTo>
                  <a:pt x="119166" y="-1282"/>
                  <a:pt x="113031" y="2149"/>
                  <a:pt x="111333" y="8041"/>
                </a:cubicBezTo>
                <a:lnTo>
                  <a:pt x="66966" y="163325"/>
                </a:lnTo>
                <a:cubicBezTo>
                  <a:pt x="65268" y="169218"/>
                  <a:pt x="68699" y="175353"/>
                  <a:pt x="74592" y="177051"/>
                </a:cubicBezTo>
                <a:cubicBezTo>
                  <a:pt x="80484" y="178750"/>
                  <a:pt x="86619" y="175318"/>
                  <a:pt x="88318" y="169426"/>
                </a:cubicBezTo>
                <a:lnTo>
                  <a:pt x="132684" y="14142"/>
                </a:lnTo>
                <a:cubicBezTo>
                  <a:pt x="134383" y="8249"/>
                  <a:pt x="130951" y="2114"/>
                  <a:pt x="125059" y="416"/>
                </a:cubicBezTo>
                <a:close/>
                <a:moveTo>
                  <a:pt x="147450" y="47590"/>
                </a:moveTo>
                <a:cubicBezTo>
                  <a:pt x="143118" y="51923"/>
                  <a:pt x="143118" y="58959"/>
                  <a:pt x="147450" y="63292"/>
                </a:cubicBezTo>
                <a:lnTo>
                  <a:pt x="172892" y="88734"/>
                </a:lnTo>
                <a:lnTo>
                  <a:pt x="147450" y="114175"/>
                </a:lnTo>
                <a:cubicBezTo>
                  <a:pt x="143118" y="118508"/>
                  <a:pt x="143118" y="125544"/>
                  <a:pt x="147450" y="129877"/>
                </a:cubicBezTo>
                <a:cubicBezTo>
                  <a:pt x="151783" y="134210"/>
                  <a:pt x="158819" y="134210"/>
                  <a:pt x="163152" y="129877"/>
                </a:cubicBezTo>
                <a:lnTo>
                  <a:pt x="196427" y="96602"/>
                </a:lnTo>
                <a:cubicBezTo>
                  <a:pt x="200760" y="92269"/>
                  <a:pt x="200760" y="85233"/>
                  <a:pt x="196427" y="80900"/>
                </a:cubicBezTo>
                <a:lnTo>
                  <a:pt x="163152" y="47625"/>
                </a:lnTo>
                <a:cubicBezTo>
                  <a:pt x="158819" y="43292"/>
                  <a:pt x="151783" y="43292"/>
                  <a:pt x="147450" y="47625"/>
                </a:cubicBezTo>
                <a:close/>
                <a:moveTo>
                  <a:pt x="52235" y="47590"/>
                </a:moveTo>
                <a:cubicBezTo>
                  <a:pt x="47902" y="43258"/>
                  <a:pt x="40866" y="43258"/>
                  <a:pt x="36533" y="47590"/>
                </a:cubicBezTo>
                <a:lnTo>
                  <a:pt x="3258" y="80865"/>
                </a:lnTo>
                <a:cubicBezTo>
                  <a:pt x="-1075" y="85198"/>
                  <a:pt x="-1075" y="92234"/>
                  <a:pt x="3258" y="96567"/>
                </a:cubicBezTo>
                <a:lnTo>
                  <a:pt x="36533" y="129842"/>
                </a:lnTo>
                <a:cubicBezTo>
                  <a:pt x="40866" y="134175"/>
                  <a:pt x="47902" y="134175"/>
                  <a:pt x="52235" y="129842"/>
                </a:cubicBezTo>
                <a:cubicBezTo>
                  <a:pt x="56568" y="125510"/>
                  <a:pt x="56568" y="118473"/>
                  <a:pt x="52235" y="114141"/>
                </a:cubicBezTo>
                <a:lnTo>
                  <a:pt x="26793" y="88734"/>
                </a:lnTo>
                <a:lnTo>
                  <a:pt x="52200" y="63292"/>
                </a:lnTo>
                <a:cubicBezTo>
                  <a:pt x="56533" y="58959"/>
                  <a:pt x="56533" y="51923"/>
                  <a:pt x="52200" y="4759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74" name="Text 72"/>
          <p:cNvSpPr/>
          <p:nvPr/>
        </p:nvSpPr>
        <p:spPr>
          <a:xfrm>
            <a:off x="7212380" y="6282341"/>
            <a:ext cx="3229904" cy="212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1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7212380" y="6530795"/>
            <a:ext cx="3221031" cy="177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78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HTML5 + Tailwind CSS + Vanilla JavaScript + Lucide Icons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42f7edf7b57e00834a70e05bc908013103f5f4e7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35" b="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/>
              </a:gs>
              <a:gs pos="50000">
                <a:srgbClr val="0D1117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810704"/>
            <a:ext cx="1503045" cy="426720"/>
          </a:xfrm>
          <a:custGeom>
            <a:avLst/>
            <a:gdLst/>
            <a:ahLst/>
            <a:cxnLst/>
            <a:rect l="l" t="t" r="r" b="b"/>
            <a:pathLst>
              <a:path w="1503045" h="426720">
                <a:moveTo>
                  <a:pt x="213360" y="0"/>
                </a:moveTo>
                <a:lnTo>
                  <a:pt x="1289685" y="0"/>
                </a:lnTo>
                <a:cubicBezTo>
                  <a:pt x="1407520" y="0"/>
                  <a:pt x="1503045" y="95525"/>
                  <a:pt x="1503045" y="213360"/>
                </a:cubicBezTo>
                <a:lnTo>
                  <a:pt x="1503045" y="213360"/>
                </a:lnTo>
                <a:cubicBezTo>
                  <a:pt x="1503045" y="331195"/>
                  <a:pt x="1407520" y="426720"/>
                  <a:pt x="128968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 w="10160">
            <a:solidFill>
              <a:srgbClr val="01FF6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921194"/>
            <a:ext cx="1200388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spc="6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CHAPTER 04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469831"/>
            <a:ext cx="60198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Security &amp;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Deployment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412931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679631"/>
            <a:ext cx="57912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securing and deploying the application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50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SECURITY MEASURES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Flask Security Best Practices 2025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52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Essential security measures based on OWASP Flask Security Cheat Sheet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675" y="1273175"/>
            <a:ext cx="5705475" cy="1593850"/>
          </a:xfrm>
          <a:custGeom>
            <a:avLst/>
            <a:gdLst/>
            <a:ahLst/>
            <a:cxnLst/>
            <a:rect l="l" t="t" r="r" b="b"/>
            <a:pathLst>
              <a:path w="5705475" h="159385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498602"/>
                </a:lnTo>
                <a:cubicBezTo>
                  <a:pt x="5705475" y="1551206"/>
                  <a:pt x="5662831" y="1593850"/>
                  <a:pt x="56102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2600" y="1435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93725" y="1546223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104180" y="109141"/>
                </a:moveTo>
                <a:cubicBezTo>
                  <a:pt x="134317" y="109141"/>
                  <a:pt x="158750" y="84708"/>
                  <a:pt x="158750" y="54570"/>
                </a:cubicBezTo>
                <a:cubicBezTo>
                  <a:pt x="158750" y="24433"/>
                  <a:pt x="134317" y="0"/>
                  <a:pt x="104180" y="0"/>
                </a:cubicBezTo>
                <a:cubicBezTo>
                  <a:pt x="74042" y="0"/>
                  <a:pt x="49609" y="24433"/>
                  <a:pt x="49609" y="54570"/>
                </a:cubicBezTo>
                <a:cubicBezTo>
                  <a:pt x="49609" y="60368"/>
                  <a:pt x="50509" y="65980"/>
                  <a:pt x="52183" y="71220"/>
                </a:cubicBezTo>
                <a:lnTo>
                  <a:pt x="2170" y="121233"/>
                </a:lnTo>
                <a:cubicBezTo>
                  <a:pt x="775" y="122628"/>
                  <a:pt x="0" y="124520"/>
                  <a:pt x="0" y="126504"/>
                </a:cubicBezTo>
                <a:lnTo>
                  <a:pt x="0" y="151309"/>
                </a:lnTo>
                <a:cubicBezTo>
                  <a:pt x="0" y="155432"/>
                  <a:pt x="3318" y="158750"/>
                  <a:pt x="7441" y="158750"/>
                </a:cubicBezTo>
                <a:lnTo>
                  <a:pt x="32246" y="158750"/>
                </a:lnTo>
                <a:cubicBezTo>
                  <a:pt x="36370" y="158750"/>
                  <a:pt x="39688" y="155432"/>
                  <a:pt x="39688" y="151309"/>
                </a:cubicBezTo>
                <a:lnTo>
                  <a:pt x="39688" y="138906"/>
                </a:lnTo>
                <a:lnTo>
                  <a:pt x="52090" y="138906"/>
                </a:lnTo>
                <a:cubicBezTo>
                  <a:pt x="56214" y="138906"/>
                  <a:pt x="59531" y="135589"/>
                  <a:pt x="59531" y="131465"/>
                </a:cubicBezTo>
                <a:lnTo>
                  <a:pt x="59531" y="119062"/>
                </a:lnTo>
                <a:lnTo>
                  <a:pt x="71934" y="119062"/>
                </a:lnTo>
                <a:cubicBezTo>
                  <a:pt x="73918" y="119062"/>
                  <a:pt x="75809" y="118287"/>
                  <a:pt x="77205" y="116892"/>
                </a:cubicBezTo>
                <a:lnTo>
                  <a:pt x="87530" y="106567"/>
                </a:lnTo>
                <a:cubicBezTo>
                  <a:pt x="92770" y="108241"/>
                  <a:pt x="98382" y="109141"/>
                  <a:pt x="104180" y="109141"/>
                </a:cubicBezTo>
                <a:close/>
                <a:moveTo>
                  <a:pt x="116582" y="29766"/>
                </a:moveTo>
                <a:cubicBezTo>
                  <a:pt x="123427" y="29766"/>
                  <a:pt x="128984" y="35323"/>
                  <a:pt x="128984" y="42168"/>
                </a:cubicBezTo>
                <a:cubicBezTo>
                  <a:pt x="128984" y="49013"/>
                  <a:pt x="123427" y="54570"/>
                  <a:pt x="116582" y="54570"/>
                </a:cubicBezTo>
                <a:cubicBezTo>
                  <a:pt x="109737" y="54570"/>
                  <a:pt x="104180" y="49013"/>
                  <a:pt x="104180" y="42168"/>
                </a:cubicBezTo>
                <a:cubicBezTo>
                  <a:pt x="104180" y="35323"/>
                  <a:pt x="109737" y="29766"/>
                  <a:pt x="116582" y="29766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8" name="Text 6"/>
          <p:cNvSpPr/>
          <p:nvPr/>
        </p:nvSpPr>
        <p:spPr>
          <a:xfrm>
            <a:off x="990600" y="1435098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 Variables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90600" y="1720848"/>
            <a:ext cx="492918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hardcode secrets. Use environment variables for SECRET_KEY, API keys, and database credentials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90600" y="2133598"/>
            <a:ext cx="4873625" cy="571500"/>
          </a:xfrm>
          <a:custGeom>
            <a:avLst/>
            <a:gdLst/>
            <a:ahLst/>
            <a:cxnLst/>
            <a:rect l="l" t="t" r="r" b="b"/>
            <a:pathLst>
              <a:path w="4873625" h="571500">
                <a:moveTo>
                  <a:pt x="63499" y="0"/>
                </a:moveTo>
                <a:lnTo>
                  <a:pt x="4810126" y="0"/>
                </a:lnTo>
                <a:cubicBezTo>
                  <a:pt x="4845195" y="0"/>
                  <a:pt x="4873625" y="28430"/>
                  <a:pt x="4873625" y="63499"/>
                </a:cubicBezTo>
                <a:lnTo>
                  <a:pt x="4873625" y="508001"/>
                </a:lnTo>
                <a:cubicBezTo>
                  <a:pt x="4873625" y="543070"/>
                  <a:pt x="4845195" y="571500"/>
                  <a:pt x="4810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1085850" y="222884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Secure configuration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85850" y="2355755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85850" y="2482655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app.config[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'SECRET_KEY'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] = os.environ.get(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'SECRET_KEY'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62675" y="1273175"/>
            <a:ext cx="5705475" cy="1593850"/>
          </a:xfrm>
          <a:custGeom>
            <a:avLst/>
            <a:gdLst/>
            <a:ahLst/>
            <a:cxnLst/>
            <a:rect l="l" t="t" r="r" b="b"/>
            <a:pathLst>
              <a:path w="5705475" h="159385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498602"/>
                </a:lnTo>
                <a:cubicBezTo>
                  <a:pt x="5705475" y="1551206"/>
                  <a:pt x="5662831" y="1593850"/>
                  <a:pt x="5610227" y="1593850"/>
                </a:cubicBezTo>
                <a:lnTo>
                  <a:pt x="95248" y="1593850"/>
                </a:lnTo>
                <a:cubicBezTo>
                  <a:pt x="42644" y="1593850"/>
                  <a:pt x="0" y="1551206"/>
                  <a:pt x="0" y="149860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4600" y="1435098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F4D4D">
              <a:alpha val="14902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25803" y="1546223"/>
            <a:ext cx="178594" cy="158750"/>
          </a:xfrm>
          <a:custGeom>
            <a:avLst/>
            <a:gdLst/>
            <a:ahLst/>
            <a:cxnLst/>
            <a:rect l="l" t="t" r="r" b="b"/>
            <a:pathLst>
              <a:path w="178594" h="158750">
                <a:moveTo>
                  <a:pt x="59531" y="29766"/>
                </a:moveTo>
                <a:cubicBezTo>
                  <a:pt x="59531" y="13333"/>
                  <a:pt x="72864" y="0"/>
                  <a:pt x="89297" y="0"/>
                </a:cubicBezTo>
                <a:cubicBezTo>
                  <a:pt x="105730" y="0"/>
                  <a:pt x="119062" y="13333"/>
                  <a:pt x="119062" y="29766"/>
                </a:cubicBezTo>
                <a:lnTo>
                  <a:pt x="119062" y="30882"/>
                </a:lnTo>
                <a:cubicBezTo>
                  <a:pt x="119062" y="35750"/>
                  <a:pt x="115125" y="39688"/>
                  <a:pt x="110257" y="39688"/>
                </a:cubicBezTo>
                <a:lnTo>
                  <a:pt x="68368" y="39688"/>
                </a:lnTo>
                <a:cubicBezTo>
                  <a:pt x="63500" y="39688"/>
                  <a:pt x="59562" y="35750"/>
                  <a:pt x="59562" y="30882"/>
                </a:cubicBezTo>
                <a:lnTo>
                  <a:pt x="59562" y="29766"/>
                </a:lnTo>
                <a:close/>
                <a:moveTo>
                  <a:pt x="166688" y="33734"/>
                </a:moveTo>
                <a:cubicBezTo>
                  <a:pt x="169974" y="38106"/>
                  <a:pt x="169075" y="44338"/>
                  <a:pt x="164703" y="47625"/>
                </a:cubicBezTo>
                <a:lnTo>
                  <a:pt x="134379" y="70352"/>
                </a:lnTo>
                <a:cubicBezTo>
                  <a:pt x="136023" y="73112"/>
                  <a:pt x="137263" y="76150"/>
                  <a:pt x="138038" y="79375"/>
                </a:cubicBezTo>
                <a:lnTo>
                  <a:pt x="168672" y="79375"/>
                </a:lnTo>
                <a:cubicBezTo>
                  <a:pt x="174160" y="79375"/>
                  <a:pt x="178594" y="83809"/>
                  <a:pt x="178594" y="89297"/>
                </a:cubicBezTo>
                <a:cubicBezTo>
                  <a:pt x="178594" y="94785"/>
                  <a:pt x="174160" y="99219"/>
                  <a:pt x="168672" y="99219"/>
                </a:cubicBezTo>
                <a:lnTo>
                  <a:pt x="138906" y="99219"/>
                </a:lnTo>
                <a:lnTo>
                  <a:pt x="138906" y="109141"/>
                </a:lnTo>
                <a:cubicBezTo>
                  <a:pt x="138906" y="109947"/>
                  <a:pt x="138875" y="110784"/>
                  <a:pt x="138844" y="111590"/>
                </a:cubicBezTo>
                <a:lnTo>
                  <a:pt x="164703" y="130969"/>
                </a:lnTo>
                <a:cubicBezTo>
                  <a:pt x="169075" y="134255"/>
                  <a:pt x="169974" y="140488"/>
                  <a:pt x="166688" y="144859"/>
                </a:cubicBezTo>
                <a:cubicBezTo>
                  <a:pt x="163401" y="149231"/>
                  <a:pt x="157169" y="150130"/>
                  <a:pt x="152797" y="146844"/>
                </a:cubicBezTo>
                <a:lnTo>
                  <a:pt x="133232" y="132178"/>
                </a:lnTo>
                <a:cubicBezTo>
                  <a:pt x="126039" y="145883"/>
                  <a:pt x="112613" y="155804"/>
                  <a:pt x="96738" y="158192"/>
                </a:cubicBezTo>
                <a:lnTo>
                  <a:pt x="96738" y="86816"/>
                </a:lnTo>
                <a:cubicBezTo>
                  <a:pt x="96738" y="82693"/>
                  <a:pt x="93421" y="79375"/>
                  <a:pt x="89297" y="79375"/>
                </a:cubicBezTo>
                <a:cubicBezTo>
                  <a:pt x="85173" y="79375"/>
                  <a:pt x="81855" y="82693"/>
                  <a:pt x="81855" y="86816"/>
                </a:cubicBezTo>
                <a:lnTo>
                  <a:pt x="81855" y="158192"/>
                </a:lnTo>
                <a:cubicBezTo>
                  <a:pt x="65980" y="155804"/>
                  <a:pt x="52555" y="145883"/>
                  <a:pt x="45362" y="132178"/>
                </a:cubicBezTo>
                <a:lnTo>
                  <a:pt x="25797" y="146844"/>
                </a:lnTo>
                <a:cubicBezTo>
                  <a:pt x="21425" y="150130"/>
                  <a:pt x="15193" y="149231"/>
                  <a:pt x="11906" y="144859"/>
                </a:cubicBezTo>
                <a:cubicBezTo>
                  <a:pt x="8620" y="140488"/>
                  <a:pt x="9519" y="134255"/>
                  <a:pt x="13891" y="130969"/>
                </a:cubicBezTo>
                <a:lnTo>
                  <a:pt x="39750" y="111590"/>
                </a:lnTo>
                <a:cubicBezTo>
                  <a:pt x="39719" y="110784"/>
                  <a:pt x="39688" y="109978"/>
                  <a:pt x="39688" y="109141"/>
                </a:cubicBezTo>
                <a:lnTo>
                  <a:pt x="39688" y="99219"/>
                </a:lnTo>
                <a:lnTo>
                  <a:pt x="9922" y="99219"/>
                </a:lnTo>
                <a:cubicBezTo>
                  <a:pt x="4434" y="99219"/>
                  <a:pt x="0" y="94785"/>
                  <a:pt x="0" y="89297"/>
                </a:cubicBezTo>
                <a:cubicBezTo>
                  <a:pt x="0" y="83809"/>
                  <a:pt x="4434" y="79375"/>
                  <a:pt x="9922" y="79375"/>
                </a:cubicBezTo>
                <a:lnTo>
                  <a:pt x="40556" y="79375"/>
                </a:lnTo>
                <a:cubicBezTo>
                  <a:pt x="41331" y="76150"/>
                  <a:pt x="42571" y="73112"/>
                  <a:pt x="44214" y="70352"/>
                </a:cubicBezTo>
                <a:lnTo>
                  <a:pt x="13891" y="47625"/>
                </a:lnTo>
                <a:cubicBezTo>
                  <a:pt x="9519" y="44338"/>
                  <a:pt x="8620" y="38106"/>
                  <a:pt x="11906" y="33734"/>
                </a:cubicBezTo>
                <a:cubicBezTo>
                  <a:pt x="15193" y="29363"/>
                  <a:pt x="21425" y="28463"/>
                  <a:pt x="25797" y="31750"/>
                </a:cubicBezTo>
                <a:lnTo>
                  <a:pt x="59531" y="57051"/>
                </a:lnTo>
                <a:cubicBezTo>
                  <a:pt x="63345" y="55469"/>
                  <a:pt x="67531" y="54570"/>
                  <a:pt x="71934" y="54570"/>
                </a:cubicBezTo>
                <a:lnTo>
                  <a:pt x="106660" y="54570"/>
                </a:lnTo>
                <a:cubicBezTo>
                  <a:pt x="111063" y="54570"/>
                  <a:pt x="115249" y="55438"/>
                  <a:pt x="119062" y="57051"/>
                </a:cubicBezTo>
                <a:lnTo>
                  <a:pt x="152797" y="31750"/>
                </a:lnTo>
                <a:cubicBezTo>
                  <a:pt x="157169" y="28463"/>
                  <a:pt x="163401" y="29363"/>
                  <a:pt x="166688" y="33734"/>
                </a:cubicBezTo>
                <a:close/>
              </a:path>
            </a:pathLst>
          </a:custGeom>
          <a:solidFill>
            <a:srgbClr val="FF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6832600" y="1435098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Disable Debug Mode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2600" y="1720848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Never run debug=True in production. It exposes stack traces and application internals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32600" y="1974848"/>
            <a:ext cx="4873625" cy="444500"/>
          </a:xfrm>
          <a:custGeom>
            <a:avLst/>
            <a:gdLst/>
            <a:ahLst/>
            <a:cxnLst/>
            <a:rect l="l" t="t" r="r" b="b"/>
            <a:pathLst>
              <a:path w="4873625" h="444500">
                <a:moveTo>
                  <a:pt x="63501" y="0"/>
                </a:moveTo>
                <a:lnTo>
                  <a:pt x="4810124" y="0"/>
                </a:lnTo>
                <a:cubicBezTo>
                  <a:pt x="4845195" y="0"/>
                  <a:pt x="4873625" y="28430"/>
                  <a:pt x="4873625" y="63501"/>
                </a:cubicBezTo>
                <a:lnTo>
                  <a:pt x="4873625" y="380999"/>
                </a:lnTo>
                <a:cubicBezTo>
                  <a:pt x="4873625" y="416070"/>
                  <a:pt x="4845195" y="444500"/>
                  <a:pt x="4810124" y="444500"/>
                </a:cubicBezTo>
                <a:lnTo>
                  <a:pt x="63501" y="444500"/>
                </a:lnTo>
                <a:cubicBezTo>
                  <a:pt x="28454" y="444500"/>
                  <a:pt x="0" y="416046"/>
                  <a:pt x="0" y="3809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20" name="Text 18"/>
          <p:cNvSpPr/>
          <p:nvPr/>
        </p:nvSpPr>
        <p:spPr>
          <a:xfrm>
            <a:off x="6927850" y="207009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Production configuration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27850" y="2197005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app.run(debug=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False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20675" y="3000077"/>
            <a:ext cx="5705475" cy="1689100"/>
          </a:xfrm>
          <a:custGeom>
            <a:avLst/>
            <a:gdLst/>
            <a:ahLst/>
            <a:cxnLst/>
            <a:rect l="l" t="t" r="r" b="b"/>
            <a:pathLst>
              <a:path w="5705475" h="16891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593852"/>
                </a:lnTo>
                <a:cubicBezTo>
                  <a:pt x="5705475" y="1646456"/>
                  <a:pt x="5662831" y="1689100"/>
                  <a:pt x="5610227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600" y="31620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13569" y="3273126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39688" y="29766"/>
                </a:moveTo>
                <a:lnTo>
                  <a:pt x="39688" y="49609"/>
                </a:lnTo>
                <a:lnTo>
                  <a:pt x="79375" y="49609"/>
                </a:lnTo>
                <a:lnTo>
                  <a:pt x="79375" y="29766"/>
                </a:lnTo>
                <a:cubicBezTo>
                  <a:pt x="79375" y="18821"/>
                  <a:pt x="70476" y="9922"/>
                  <a:pt x="59531" y="9922"/>
                </a:cubicBezTo>
                <a:cubicBezTo>
                  <a:pt x="48586" y="9922"/>
                  <a:pt x="39688" y="18821"/>
                  <a:pt x="39688" y="29766"/>
                </a:cubicBezTo>
                <a:close/>
                <a:moveTo>
                  <a:pt x="19844" y="49609"/>
                </a:moveTo>
                <a:lnTo>
                  <a:pt x="19844" y="29766"/>
                </a:lnTo>
                <a:cubicBezTo>
                  <a:pt x="19844" y="7844"/>
                  <a:pt x="37610" y="-9922"/>
                  <a:pt x="59531" y="-9922"/>
                </a:cubicBezTo>
                <a:cubicBezTo>
                  <a:pt x="81452" y="-9922"/>
                  <a:pt x="99219" y="7844"/>
                  <a:pt x="99219" y="29766"/>
                </a:cubicBezTo>
                <a:lnTo>
                  <a:pt x="99219" y="49609"/>
                </a:lnTo>
                <a:cubicBezTo>
                  <a:pt x="110164" y="49609"/>
                  <a:pt x="119062" y="58508"/>
                  <a:pt x="119062" y="69453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69453"/>
                </a:lnTo>
                <a:cubicBezTo>
                  <a:pt x="0" y="58508"/>
                  <a:pt x="8899" y="49609"/>
                  <a:pt x="19844" y="49609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3162001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&amp; Secure Cookies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0600" y="3447751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Enforce HTTPS and configure secure cookie attributes to prevent session hijacking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90600" y="3701751"/>
            <a:ext cx="4873625" cy="825500"/>
          </a:xfrm>
          <a:custGeom>
            <a:avLst/>
            <a:gdLst/>
            <a:ahLst/>
            <a:cxnLst/>
            <a:rect l="l" t="t" r="r" b="b"/>
            <a:pathLst>
              <a:path w="4873625" h="825500">
                <a:moveTo>
                  <a:pt x="63497" y="0"/>
                </a:moveTo>
                <a:lnTo>
                  <a:pt x="4810128" y="0"/>
                </a:lnTo>
                <a:cubicBezTo>
                  <a:pt x="4845196" y="0"/>
                  <a:pt x="4873625" y="28429"/>
                  <a:pt x="4873625" y="63497"/>
                </a:cubicBezTo>
                <a:lnTo>
                  <a:pt x="4873625" y="762003"/>
                </a:lnTo>
                <a:cubicBezTo>
                  <a:pt x="4873625" y="797071"/>
                  <a:pt x="4845196" y="825500"/>
                  <a:pt x="4810128" y="825500"/>
                </a:cubicBezTo>
                <a:lnTo>
                  <a:pt x="63497" y="825500"/>
                </a:lnTo>
                <a:cubicBezTo>
                  <a:pt x="28429" y="825500"/>
                  <a:pt x="0" y="797071"/>
                  <a:pt x="0" y="762003"/>
                </a:cubicBezTo>
                <a:lnTo>
                  <a:pt x="0" y="63497"/>
                </a:lnTo>
                <a:cubicBezTo>
                  <a:pt x="0" y="28452"/>
                  <a:pt x="28452" y="0"/>
                  <a:pt x="63497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28" name="Text 26"/>
          <p:cNvSpPr/>
          <p:nvPr/>
        </p:nvSpPr>
        <p:spPr>
          <a:xfrm>
            <a:off x="1085850" y="3797001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app.config.update({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85850" y="392390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'SESSION_COOKIE_SECURE'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85850" y="4050807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'SESSION_COOKIE_HTTPONLY'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True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85850" y="4177706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'SESSION_COOKIE_SAMESITE'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'Lax'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85850" y="4304605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62675" y="3000077"/>
            <a:ext cx="5705475" cy="1689100"/>
          </a:xfrm>
          <a:custGeom>
            <a:avLst/>
            <a:gdLst/>
            <a:ahLst/>
            <a:cxnLst/>
            <a:rect l="l" t="t" r="r" b="b"/>
            <a:pathLst>
              <a:path w="5705475" h="16891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593852"/>
                </a:lnTo>
                <a:cubicBezTo>
                  <a:pt x="5705475" y="1646456"/>
                  <a:pt x="5662831" y="1689100"/>
                  <a:pt x="5610227" y="1689100"/>
                </a:cubicBezTo>
                <a:lnTo>
                  <a:pt x="95248" y="1689100"/>
                </a:lnTo>
                <a:cubicBezTo>
                  <a:pt x="42644" y="1689100"/>
                  <a:pt x="0" y="1646456"/>
                  <a:pt x="0" y="1593852"/>
                </a:cubicBezTo>
                <a:lnTo>
                  <a:pt x="0" y="95248"/>
                </a:lnTo>
                <a:cubicBezTo>
                  <a:pt x="0" y="42644"/>
                  <a:pt x="42644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24600" y="3162001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435725" y="3273126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79375" y="0"/>
                </a:moveTo>
                <a:cubicBezTo>
                  <a:pt x="80801" y="0"/>
                  <a:pt x="82228" y="310"/>
                  <a:pt x="83530" y="899"/>
                </a:cubicBezTo>
                <a:lnTo>
                  <a:pt x="141945" y="25673"/>
                </a:lnTo>
                <a:cubicBezTo>
                  <a:pt x="148766" y="28556"/>
                  <a:pt x="153851" y="35285"/>
                  <a:pt x="153820" y="43408"/>
                </a:cubicBezTo>
                <a:cubicBezTo>
                  <a:pt x="153665" y="74166"/>
                  <a:pt x="141015" y="130442"/>
                  <a:pt x="87592" y="156021"/>
                </a:cubicBezTo>
                <a:cubicBezTo>
                  <a:pt x="82414" y="158502"/>
                  <a:pt x="76398" y="158502"/>
                  <a:pt x="71220" y="156021"/>
                </a:cubicBezTo>
                <a:cubicBezTo>
                  <a:pt x="17766" y="130442"/>
                  <a:pt x="5147" y="74166"/>
                  <a:pt x="4992" y="43408"/>
                </a:cubicBezTo>
                <a:cubicBezTo>
                  <a:pt x="4961" y="35285"/>
                  <a:pt x="10046" y="28556"/>
                  <a:pt x="16867" y="25673"/>
                </a:cubicBezTo>
                <a:lnTo>
                  <a:pt x="75251" y="899"/>
                </a:lnTo>
                <a:cubicBezTo>
                  <a:pt x="76553" y="310"/>
                  <a:pt x="77949" y="0"/>
                  <a:pt x="79375" y="0"/>
                </a:cubicBezTo>
                <a:close/>
                <a:moveTo>
                  <a:pt x="79375" y="20712"/>
                </a:moveTo>
                <a:lnTo>
                  <a:pt x="79375" y="137945"/>
                </a:lnTo>
                <a:cubicBezTo>
                  <a:pt x="122163" y="117233"/>
                  <a:pt x="133666" y="71344"/>
                  <a:pt x="133945" y="43873"/>
                </a:cubicBezTo>
                <a:lnTo>
                  <a:pt x="79375" y="20743"/>
                </a:lnTo>
                <a:lnTo>
                  <a:pt x="79375" y="20743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6" name="Text 34"/>
          <p:cNvSpPr/>
          <p:nvPr/>
        </p:nvSpPr>
        <p:spPr>
          <a:xfrm>
            <a:off x="6832600" y="3162001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XSS Prevention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32600" y="3447751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Jinja2 auto-escapes by default. Never disable autoescaping or use |safe filter on untrusted data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832600" y="3701751"/>
            <a:ext cx="4873625" cy="698500"/>
          </a:xfrm>
          <a:custGeom>
            <a:avLst/>
            <a:gdLst/>
            <a:ahLst/>
            <a:cxnLst/>
            <a:rect l="l" t="t" r="r" b="b"/>
            <a:pathLst>
              <a:path w="4873625" h="698500">
                <a:moveTo>
                  <a:pt x="63501" y="0"/>
                </a:moveTo>
                <a:lnTo>
                  <a:pt x="4810124" y="0"/>
                </a:lnTo>
                <a:cubicBezTo>
                  <a:pt x="4845195" y="0"/>
                  <a:pt x="4873625" y="28430"/>
                  <a:pt x="4873625" y="63501"/>
                </a:cubicBezTo>
                <a:lnTo>
                  <a:pt x="4873625" y="634999"/>
                </a:lnTo>
                <a:cubicBezTo>
                  <a:pt x="4873625" y="670070"/>
                  <a:pt x="4845195" y="698500"/>
                  <a:pt x="4810124" y="698500"/>
                </a:cubicBezTo>
                <a:lnTo>
                  <a:pt x="63501" y="698500"/>
                </a:lnTo>
                <a:cubicBezTo>
                  <a:pt x="28430" y="698500"/>
                  <a:pt x="0" y="670070"/>
                  <a:pt x="0" y="634999"/>
                </a:cubicBezTo>
                <a:lnTo>
                  <a:pt x="0" y="63501"/>
                </a:lnTo>
                <a:cubicBezTo>
                  <a:pt x="0" y="28430"/>
                  <a:pt x="28430" y="0"/>
                  <a:pt x="63501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39" name="Text 37"/>
          <p:cNvSpPr/>
          <p:nvPr/>
        </p:nvSpPr>
        <p:spPr>
          <a:xfrm>
            <a:off x="6927850" y="3797001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Safe - autoescaping enabled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27850" y="392390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6ED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 user_input }}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27850" y="4050807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Unsafe - never do this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927850" y="4177706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E6EDF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{{ user_input|safe }}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0675" y="4822036"/>
            <a:ext cx="5705475" cy="1435100"/>
          </a:xfrm>
          <a:custGeom>
            <a:avLst/>
            <a:gdLst/>
            <a:ahLst/>
            <a:cxnLst/>
            <a:rect l="l" t="t" r="r" b="b"/>
            <a:pathLst>
              <a:path w="5705475" h="14351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339852"/>
                </a:lnTo>
                <a:cubicBezTo>
                  <a:pt x="5705475" y="1392456"/>
                  <a:pt x="5662831" y="1435100"/>
                  <a:pt x="5610227" y="1435100"/>
                </a:cubicBezTo>
                <a:lnTo>
                  <a:pt x="95248" y="1435100"/>
                </a:lnTo>
                <a:cubicBezTo>
                  <a:pt x="42644" y="1435100"/>
                  <a:pt x="0" y="1392456"/>
                  <a:pt x="0" y="1339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2600" y="49839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AB308">
              <a:alpha val="14902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3725" y="5095084"/>
            <a:ext cx="158750" cy="158750"/>
          </a:xfrm>
          <a:custGeom>
            <a:avLst/>
            <a:gdLst/>
            <a:ahLst/>
            <a:cxnLst/>
            <a:rect l="l" t="t" r="r" b="b"/>
            <a:pathLst>
              <a:path w="158750" h="158750">
                <a:moveTo>
                  <a:pt x="0" y="79375"/>
                </a:moveTo>
                <a:cubicBezTo>
                  <a:pt x="0" y="35567"/>
                  <a:pt x="35567" y="0"/>
                  <a:pt x="79375" y="0"/>
                </a:cubicBezTo>
                <a:cubicBezTo>
                  <a:pt x="123183" y="0"/>
                  <a:pt x="158750" y="35567"/>
                  <a:pt x="158750" y="79375"/>
                </a:cubicBezTo>
                <a:cubicBezTo>
                  <a:pt x="158750" y="123183"/>
                  <a:pt x="123183" y="158750"/>
                  <a:pt x="79375" y="158750"/>
                </a:cubicBezTo>
                <a:cubicBezTo>
                  <a:pt x="35567" y="158750"/>
                  <a:pt x="0" y="123183"/>
                  <a:pt x="0" y="79375"/>
                </a:cubicBezTo>
                <a:close/>
                <a:moveTo>
                  <a:pt x="89297" y="29766"/>
                </a:moveTo>
                <a:cubicBezTo>
                  <a:pt x="89297" y="24290"/>
                  <a:pt x="84851" y="19844"/>
                  <a:pt x="79375" y="19844"/>
                </a:cubicBezTo>
                <a:cubicBezTo>
                  <a:pt x="73899" y="19844"/>
                  <a:pt x="69453" y="24290"/>
                  <a:pt x="69453" y="29766"/>
                </a:cubicBezTo>
                <a:cubicBezTo>
                  <a:pt x="69453" y="35242"/>
                  <a:pt x="73899" y="39688"/>
                  <a:pt x="79375" y="39688"/>
                </a:cubicBezTo>
                <a:cubicBezTo>
                  <a:pt x="84851" y="39688"/>
                  <a:pt x="89297" y="35242"/>
                  <a:pt x="89297" y="29766"/>
                </a:cubicBezTo>
                <a:close/>
                <a:moveTo>
                  <a:pt x="79375" y="128984"/>
                </a:moveTo>
                <a:cubicBezTo>
                  <a:pt x="90320" y="128984"/>
                  <a:pt x="99219" y="120086"/>
                  <a:pt x="99219" y="109141"/>
                </a:cubicBezTo>
                <a:cubicBezTo>
                  <a:pt x="99219" y="104118"/>
                  <a:pt x="97358" y="99498"/>
                  <a:pt x="94258" y="96025"/>
                </a:cubicBezTo>
                <a:lnTo>
                  <a:pt x="115807" y="52958"/>
                </a:lnTo>
                <a:cubicBezTo>
                  <a:pt x="117636" y="49268"/>
                  <a:pt x="116148" y="44803"/>
                  <a:pt x="112489" y="42974"/>
                </a:cubicBezTo>
                <a:cubicBezTo>
                  <a:pt x="108831" y="41145"/>
                  <a:pt x="104335" y="42633"/>
                  <a:pt x="102505" y="46292"/>
                </a:cubicBezTo>
                <a:lnTo>
                  <a:pt x="80956" y="89359"/>
                </a:lnTo>
                <a:cubicBezTo>
                  <a:pt x="80429" y="89328"/>
                  <a:pt x="79902" y="89297"/>
                  <a:pt x="79375" y="89297"/>
                </a:cubicBezTo>
                <a:cubicBezTo>
                  <a:pt x="68430" y="89297"/>
                  <a:pt x="59531" y="98196"/>
                  <a:pt x="59531" y="109141"/>
                </a:cubicBezTo>
                <a:cubicBezTo>
                  <a:pt x="59531" y="120086"/>
                  <a:pt x="68430" y="128984"/>
                  <a:pt x="79375" y="128984"/>
                </a:cubicBezTo>
                <a:close/>
                <a:moveTo>
                  <a:pt x="54570" y="44648"/>
                </a:moveTo>
                <a:cubicBezTo>
                  <a:pt x="54570" y="39172"/>
                  <a:pt x="50124" y="34727"/>
                  <a:pt x="44648" y="34727"/>
                </a:cubicBezTo>
                <a:cubicBezTo>
                  <a:pt x="39172" y="34727"/>
                  <a:pt x="34727" y="39172"/>
                  <a:pt x="34727" y="44648"/>
                </a:cubicBezTo>
                <a:cubicBezTo>
                  <a:pt x="34727" y="50124"/>
                  <a:pt x="39172" y="54570"/>
                  <a:pt x="44648" y="54570"/>
                </a:cubicBezTo>
                <a:cubicBezTo>
                  <a:pt x="50124" y="54570"/>
                  <a:pt x="54570" y="50124"/>
                  <a:pt x="54570" y="44648"/>
                </a:cubicBezTo>
                <a:close/>
                <a:moveTo>
                  <a:pt x="29766" y="89297"/>
                </a:moveTo>
                <a:cubicBezTo>
                  <a:pt x="35242" y="89297"/>
                  <a:pt x="39688" y="84851"/>
                  <a:pt x="39688" y="79375"/>
                </a:cubicBezTo>
                <a:cubicBezTo>
                  <a:pt x="39688" y="73899"/>
                  <a:pt x="35242" y="69453"/>
                  <a:pt x="29766" y="69453"/>
                </a:cubicBezTo>
                <a:cubicBezTo>
                  <a:pt x="24290" y="69453"/>
                  <a:pt x="19844" y="73899"/>
                  <a:pt x="19844" y="79375"/>
                </a:cubicBezTo>
                <a:cubicBezTo>
                  <a:pt x="19844" y="84851"/>
                  <a:pt x="24290" y="89297"/>
                  <a:pt x="29766" y="89297"/>
                </a:cubicBezTo>
                <a:close/>
                <a:moveTo>
                  <a:pt x="138906" y="79375"/>
                </a:moveTo>
                <a:cubicBezTo>
                  <a:pt x="138906" y="73899"/>
                  <a:pt x="134460" y="69453"/>
                  <a:pt x="128984" y="69453"/>
                </a:cubicBezTo>
                <a:cubicBezTo>
                  <a:pt x="123508" y="69453"/>
                  <a:pt x="119062" y="73899"/>
                  <a:pt x="119062" y="79375"/>
                </a:cubicBezTo>
                <a:cubicBezTo>
                  <a:pt x="119062" y="84851"/>
                  <a:pt x="123508" y="89297"/>
                  <a:pt x="128984" y="89297"/>
                </a:cubicBezTo>
                <a:cubicBezTo>
                  <a:pt x="134460" y="89297"/>
                  <a:pt x="138906" y="84851"/>
                  <a:pt x="138906" y="79375"/>
                </a:cubicBez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46" name="Text 44"/>
          <p:cNvSpPr/>
          <p:nvPr/>
        </p:nvSpPr>
        <p:spPr>
          <a:xfrm>
            <a:off x="990600" y="4983959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Rate Limiting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90600" y="5269709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Prevent brute-force attacks with Flask-Limiter on sensitive endpoints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90600" y="5523709"/>
            <a:ext cx="4873625" cy="571500"/>
          </a:xfrm>
          <a:custGeom>
            <a:avLst/>
            <a:gdLst/>
            <a:ahLst/>
            <a:cxnLst/>
            <a:rect l="l" t="t" r="r" b="b"/>
            <a:pathLst>
              <a:path w="4873625" h="571500">
                <a:moveTo>
                  <a:pt x="63499" y="0"/>
                </a:moveTo>
                <a:lnTo>
                  <a:pt x="4810126" y="0"/>
                </a:lnTo>
                <a:cubicBezTo>
                  <a:pt x="4845195" y="0"/>
                  <a:pt x="4873625" y="28430"/>
                  <a:pt x="4873625" y="63499"/>
                </a:cubicBezTo>
                <a:lnTo>
                  <a:pt x="4873625" y="508001"/>
                </a:lnTo>
                <a:cubicBezTo>
                  <a:pt x="4873625" y="543070"/>
                  <a:pt x="4845195" y="571500"/>
                  <a:pt x="4810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49" name="Text 47"/>
          <p:cNvSpPr/>
          <p:nvPr/>
        </p:nvSpPr>
        <p:spPr>
          <a:xfrm>
            <a:off x="1085850" y="5618959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from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flask_limiter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Limiter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85850" y="5745859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limiter = Limiter(app, key_func=get_remote_address)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85850" y="587275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@limiter.limit(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"5 per minute"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2675" y="4822036"/>
            <a:ext cx="5705475" cy="1435100"/>
          </a:xfrm>
          <a:custGeom>
            <a:avLst/>
            <a:gdLst/>
            <a:ahLst/>
            <a:cxnLst/>
            <a:rect l="l" t="t" r="r" b="b"/>
            <a:pathLst>
              <a:path w="5705475" h="1435100">
                <a:moveTo>
                  <a:pt x="95248" y="0"/>
                </a:moveTo>
                <a:lnTo>
                  <a:pt x="5610227" y="0"/>
                </a:lnTo>
                <a:cubicBezTo>
                  <a:pt x="5662831" y="0"/>
                  <a:pt x="5705475" y="42644"/>
                  <a:pt x="5705475" y="95248"/>
                </a:cubicBezTo>
                <a:lnTo>
                  <a:pt x="5705475" y="1339852"/>
                </a:lnTo>
                <a:cubicBezTo>
                  <a:pt x="5705475" y="1392456"/>
                  <a:pt x="5662831" y="1435100"/>
                  <a:pt x="5610227" y="1435100"/>
                </a:cubicBezTo>
                <a:lnTo>
                  <a:pt x="95248" y="1435100"/>
                </a:lnTo>
                <a:cubicBezTo>
                  <a:pt x="42644" y="1435100"/>
                  <a:pt x="0" y="1392456"/>
                  <a:pt x="0" y="1339852"/>
                </a:cubicBezTo>
                <a:lnTo>
                  <a:pt x="0" y="95248"/>
                </a:lnTo>
                <a:cubicBezTo>
                  <a:pt x="0" y="42679"/>
                  <a:pt x="42679" y="0"/>
                  <a:pt x="9524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24600" y="4983959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0"/>
                </a:moveTo>
                <a:lnTo>
                  <a:pt x="285750" y="0"/>
                </a:lnTo>
                <a:cubicBezTo>
                  <a:pt x="338320" y="0"/>
                  <a:pt x="381000" y="42680"/>
                  <a:pt x="381000" y="95250"/>
                </a:cubicBezTo>
                <a:lnTo>
                  <a:pt x="381000" y="285750"/>
                </a:lnTo>
                <a:cubicBezTo>
                  <a:pt x="381000" y="338320"/>
                  <a:pt x="338320" y="381000"/>
                  <a:pt x="285750" y="381000"/>
                </a:cubicBezTo>
                <a:lnTo>
                  <a:pt x="95250" y="381000"/>
                </a:lnTo>
                <a:cubicBezTo>
                  <a:pt x="42680" y="381000"/>
                  <a:pt x="0" y="338320"/>
                  <a:pt x="0" y="285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EAB308">
              <a:alpha val="14902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455569" y="5095084"/>
            <a:ext cx="119063" cy="158750"/>
          </a:xfrm>
          <a:custGeom>
            <a:avLst/>
            <a:gdLst/>
            <a:ahLst/>
            <a:cxnLst/>
            <a:rect l="l" t="t" r="r" b="b"/>
            <a:pathLst>
              <a:path w="119063" h="158750">
                <a:moveTo>
                  <a:pt x="0" y="19844"/>
                </a:moveTo>
                <a:cubicBezTo>
                  <a:pt x="0" y="8899"/>
                  <a:pt x="8899" y="0"/>
                  <a:pt x="19844" y="0"/>
                </a:cubicBezTo>
                <a:lnTo>
                  <a:pt x="66198" y="0"/>
                </a:lnTo>
                <a:cubicBezTo>
                  <a:pt x="71469" y="0"/>
                  <a:pt x="76522" y="2077"/>
                  <a:pt x="80243" y="5798"/>
                </a:cubicBezTo>
                <a:lnTo>
                  <a:pt x="113264" y="38850"/>
                </a:lnTo>
                <a:cubicBezTo>
                  <a:pt x="116985" y="42571"/>
                  <a:pt x="119062" y="47625"/>
                  <a:pt x="119062" y="52896"/>
                </a:cubicBezTo>
                <a:lnTo>
                  <a:pt x="119062" y="138906"/>
                </a:lnTo>
                <a:cubicBezTo>
                  <a:pt x="119062" y="149851"/>
                  <a:pt x="110164" y="158750"/>
                  <a:pt x="99219" y="158750"/>
                </a:cubicBezTo>
                <a:lnTo>
                  <a:pt x="19844" y="158750"/>
                </a:lnTo>
                <a:cubicBezTo>
                  <a:pt x="8899" y="158750"/>
                  <a:pt x="0" y="149851"/>
                  <a:pt x="0" y="138906"/>
                </a:cubicBezTo>
                <a:lnTo>
                  <a:pt x="0" y="19844"/>
                </a:lnTo>
                <a:close/>
                <a:moveTo>
                  <a:pt x="64492" y="18138"/>
                </a:moveTo>
                <a:lnTo>
                  <a:pt x="64492" y="47129"/>
                </a:lnTo>
                <a:cubicBezTo>
                  <a:pt x="64492" y="51253"/>
                  <a:pt x="67810" y="54570"/>
                  <a:pt x="71934" y="54570"/>
                </a:cubicBezTo>
                <a:lnTo>
                  <a:pt x="100924" y="54570"/>
                </a:lnTo>
                <a:lnTo>
                  <a:pt x="64492" y="18138"/>
                </a:lnTo>
                <a:close/>
                <a:moveTo>
                  <a:pt x="64802" y="81545"/>
                </a:moveTo>
                <a:cubicBezTo>
                  <a:pt x="61888" y="78631"/>
                  <a:pt x="57175" y="78631"/>
                  <a:pt x="54291" y="81545"/>
                </a:cubicBezTo>
                <a:lnTo>
                  <a:pt x="34448" y="101389"/>
                </a:lnTo>
                <a:cubicBezTo>
                  <a:pt x="31533" y="104304"/>
                  <a:pt x="31533" y="109017"/>
                  <a:pt x="34448" y="111900"/>
                </a:cubicBezTo>
                <a:cubicBezTo>
                  <a:pt x="37362" y="114784"/>
                  <a:pt x="42075" y="114815"/>
                  <a:pt x="44958" y="111900"/>
                </a:cubicBezTo>
                <a:lnTo>
                  <a:pt x="52090" y="104769"/>
                </a:lnTo>
                <a:lnTo>
                  <a:pt x="52090" y="131465"/>
                </a:lnTo>
                <a:cubicBezTo>
                  <a:pt x="52090" y="135589"/>
                  <a:pt x="55407" y="138906"/>
                  <a:pt x="59531" y="138906"/>
                </a:cubicBezTo>
                <a:cubicBezTo>
                  <a:pt x="63655" y="138906"/>
                  <a:pt x="66973" y="135589"/>
                  <a:pt x="66973" y="131465"/>
                </a:cubicBezTo>
                <a:lnTo>
                  <a:pt x="66973" y="104769"/>
                </a:lnTo>
                <a:lnTo>
                  <a:pt x="74104" y="111900"/>
                </a:lnTo>
                <a:cubicBezTo>
                  <a:pt x="77019" y="114815"/>
                  <a:pt x="81731" y="114815"/>
                  <a:pt x="84615" y="111900"/>
                </a:cubicBezTo>
                <a:cubicBezTo>
                  <a:pt x="87499" y="108986"/>
                  <a:pt x="87530" y="104273"/>
                  <a:pt x="84615" y="101389"/>
                </a:cubicBezTo>
                <a:lnTo>
                  <a:pt x="64771" y="81545"/>
                </a:lnTo>
                <a:close/>
              </a:path>
            </a:pathLst>
          </a:custGeom>
          <a:solidFill>
            <a:srgbClr val="EAB308"/>
          </a:solidFill>
          <a:ln/>
        </p:spPr>
      </p:sp>
      <p:sp>
        <p:nvSpPr>
          <p:cNvPr id="55" name="Text 53"/>
          <p:cNvSpPr/>
          <p:nvPr/>
        </p:nvSpPr>
        <p:spPr>
          <a:xfrm>
            <a:off x="6832600" y="4983959"/>
            <a:ext cx="4945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File Upload Security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32600" y="5269709"/>
            <a:ext cx="4929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Validate file types, restrict sizes, and scan uploads for malware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832600" y="5523709"/>
            <a:ext cx="4873625" cy="571500"/>
          </a:xfrm>
          <a:custGeom>
            <a:avLst/>
            <a:gdLst/>
            <a:ahLst/>
            <a:cxnLst/>
            <a:rect l="l" t="t" r="r" b="b"/>
            <a:pathLst>
              <a:path w="4873625" h="571500">
                <a:moveTo>
                  <a:pt x="63499" y="0"/>
                </a:moveTo>
                <a:lnTo>
                  <a:pt x="4810126" y="0"/>
                </a:lnTo>
                <a:cubicBezTo>
                  <a:pt x="4845195" y="0"/>
                  <a:pt x="4873625" y="28430"/>
                  <a:pt x="4873625" y="63499"/>
                </a:cubicBezTo>
                <a:lnTo>
                  <a:pt x="4873625" y="508001"/>
                </a:lnTo>
                <a:cubicBezTo>
                  <a:pt x="4873625" y="543070"/>
                  <a:pt x="4845195" y="571500"/>
                  <a:pt x="4810126" y="571500"/>
                </a:cubicBezTo>
                <a:lnTo>
                  <a:pt x="63499" y="571500"/>
                </a:lnTo>
                <a:cubicBezTo>
                  <a:pt x="28430" y="571500"/>
                  <a:pt x="0" y="543070"/>
                  <a:pt x="0" y="508001"/>
                </a:cubicBezTo>
                <a:lnTo>
                  <a:pt x="0" y="63499"/>
                </a:lnTo>
                <a:cubicBezTo>
                  <a:pt x="0" y="28453"/>
                  <a:pt x="28453" y="0"/>
                  <a:pt x="63499" y="0"/>
                </a:cubicBezTo>
                <a:close/>
              </a:path>
            </a:pathLst>
          </a:custGeom>
          <a:solidFill>
            <a:srgbClr val="0D1117"/>
          </a:solidFill>
          <a:ln/>
        </p:spPr>
      </p:sp>
      <p:sp>
        <p:nvSpPr>
          <p:cNvPr id="58" name="Text 56"/>
          <p:cNvSpPr/>
          <p:nvPr/>
        </p:nvSpPr>
        <p:spPr>
          <a:xfrm>
            <a:off x="6927850" y="5625308"/>
            <a:ext cx="1533823" cy="107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E6EDF3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# Validate file extensions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927850" y="5745859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ifnot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file.filename.endswith((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'.png'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'.jpg'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)):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27850" y="5872758"/>
            <a:ext cx="4730750" cy="12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50" dirty="0">
                <a:solidFill>
                  <a:srgbClr val="FF4D4D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"Invalid file type"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E6EDF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, </a:t>
            </a:r>
            <a:pPr>
              <a:lnSpc>
                <a:spcPct val="110000"/>
              </a:lnSpc>
            </a:pPr>
            <a:r>
              <a:rPr lang="en-US" sz="75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20675" y="6390188"/>
            <a:ext cx="11547475" cy="427038"/>
          </a:xfrm>
          <a:custGeom>
            <a:avLst/>
            <a:gdLst/>
            <a:ahLst/>
            <a:cxnLst/>
            <a:rect l="l" t="t" r="r" b="b"/>
            <a:pathLst>
              <a:path w="11547475" h="427038">
                <a:moveTo>
                  <a:pt x="95251" y="0"/>
                </a:moveTo>
                <a:lnTo>
                  <a:pt x="11452224" y="0"/>
                </a:lnTo>
                <a:cubicBezTo>
                  <a:pt x="11504830" y="0"/>
                  <a:pt x="11547475" y="42645"/>
                  <a:pt x="11547475" y="95251"/>
                </a:cubicBezTo>
                <a:lnTo>
                  <a:pt x="11547475" y="331787"/>
                </a:lnTo>
                <a:cubicBezTo>
                  <a:pt x="11547475" y="384392"/>
                  <a:pt x="11504830" y="427038"/>
                  <a:pt x="11452224" y="427038"/>
                </a:cubicBezTo>
                <a:lnTo>
                  <a:pt x="95251" y="427038"/>
                </a:lnTo>
                <a:cubicBezTo>
                  <a:pt x="42645" y="427038"/>
                  <a:pt x="0" y="384392"/>
                  <a:pt x="0" y="331787"/>
                </a:cubicBezTo>
                <a:lnTo>
                  <a:pt x="0" y="95251"/>
                </a:lnTo>
                <a:cubicBezTo>
                  <a:pt x="0" y="42645"/>
                  <a:pt x="42645" y="0"/>
                  <a:pt x="95251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3670" y="6545763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83344" y="111125"/>
                </a:moveTo>
                <a:lnTo>
                  <a:pt x="20836" y="111125"/>
                </a:lnTo>
                <a:cubicBezTo>
                  <a:pt x="9333" y="111125"/>
                  <a:pt x="0" y="101792"/>
                  <a:pt x="0" y="90289"/>
                </a:cubicBezTo>
                <a:lnTo>
                  <a:pt x="0" y="20836"/>
                </a:lnTo>
                <a:cubicBezTo>
                  <a:pt x="0" y="9333"/>
                  <a:pt x="9333" y="0"/>
                  <a:pt x="20836" y="0"/>
                </a:cubicBezTo>
                <a:lnTo>
                  <a:pt x="86816" y="0"/>
                </a:lnTo>
                <a:cubicBezTo>
                  <a:pt x="92568" y="0"/>
                  <a:pt x="97234" y="4666"/>
                  <a:pt x="97234" y="10418"/>
                </a:cubicBezTo>
                <a:lnTo>
                  <a:pt x="97234" y="72926"/>
                </a:lnTo>
                <a:cubicBezTo>
                  <a:pt x="97234" y="77462"/>
                  <a:pt x="94326" y="81325"/>
                  <a:pt x="90289" y="82758"/>
                </a:cubicBezTo>
                <a:lnTo>
                  <a:pt x="90289" y="97234"/>
                </a:lnTo>
                <a:cubicBezTo>
                  <a:pt x="94131" y="97234"/>
                  <a:pt x="97234" y="100338"/>
                  <a:pt x="97234" y="104180"/>
                </a:cubicBezTo>
                <a:cubicBezTo>
                  <a:pt x="97234" y="108021"/>
                  <a:pt x="94131" y="111125"/>
                  <a:pt x="90289" y="111125"/>
                </a:cubicBezTo>
                <a:lnTo>
                  <a:pt x="83344" y="111125"/>
                </a:lnTo>
                <a:close/>
                <a:moveTo>
                  <a:pt x="20836" y="83344"/>
                </a:moveTo>
                <a:cubicBezTo>
                  <a:pt x="16994" y="83344"/>
                  <a:pt x="13891" y="86447"/>
                  <a:pt x="13891" y="90289"/>
                </a:cubicBezTo>
                <a:cubicBezTo>
                  <a:pt x="13891" y="94131"/>
                  <a:pt x="16994" y="97234"/>
                  <a:pt x="20836" y="97234"/>
                </a:cubicBezTo>
                <a:lnTo>
                  <a:pt x="76398" y="97234"/>
                </a:lnTo>
                <a:lnTo>
                  <a:pt x="76398" y="83344"/>
                </a:lnTo>
                <a:lnTo>
                  <a:pt x="20836" y="83344"/>
                </a:lnTo>
                <a:close/>
                <a:moveTo>
                  <a:pt x="27781" y="32990"/>
                </a:moveTo>
                <a:cubicBezTo>
                  <a:pt x="27781" y="35877"/>
                  <a:pt x="30104" y="38199"/>
                  <a:pt x="32990" y="38199"/>
                </a:cubicBezTo>
                <a:lnTo>
                  <a:pt x="71189" y="38199"/>
                </a:lnTo>
                <a:cubicBezTo>
                  <a:pt x="74076" y="38199"/>
                  <a:pt x="76398" y="35877"/>
                  <a:pt x="76398" y="32990"/>
                </a:cubicBezTo>
                <a:cubicBezTo>
                  <a:pt x="76398" y="30104"/>
                  <a:pt x="74076" y="27781"/>
                  <a:pt x="71189" y="27781"/>
                </a:cubicBezTo>
                <a:lnTo>
                  <a:pt x="32990" y="27781"/>
                </a:lnTo>
                <a:cubicBezTo>
                  <a:pt x="30104" y="27781"/>
                  <a:pt x="27781" y="30104"/>
                  <a:pt x="27781" y="32990"/>
                </a:cubicBezTo>
                <a:close/>
                <a:moveTo>
                  <a:pt x="32990" y="48617"/>
                </a:moveTo>
                <a:cubicBezTo>
                  <a:pt x="30104" y="48617"/>
                  <a:pt x="27781" y="50940"/>
                  <a:pt x="27781" y="53826"/>
                </a:cubicBezTo>
                <a:cubicBezTo>
                  <a:pt x="27781" y="56713"/>
                  <a:pt x="30104" y="59035"/>
                  <a:pt x="32990" y="59035"/>
                </a:cubicBezTo>
                <a:lnTo>
                  <a:pt x="71189" y="59035"/>
                </a:lnTo>
                <a:cubicBezTo>
                  <a:pt x="74076" y="59035"/>
                  <a:pt x="76398" y="56713"/>
                  <a:pt x="76398" y="53826"/>
                </a:cubicBezTo>
                <a:cubicBezTo>
                  <a:pt x="76398" y="50940"/>
                  <a:pt x="74076" y="48617"/>
                  <a:pt x="71189" y="48617"/>
                </a:cubicBezTo>
                <a:lnTo>
                  <a:pt x="32990" y="48617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3" name="Text 61"/>
          <p:cNvSpPr/>
          <p:nvPr/>
        </p:nvSpPr>
        <p:spPr>
          <a:xfrm>
            <a:off x="633412" y="6520362"/>
            <a:ext cx="11160125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b="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Reference: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 security guidelines available in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OWASP Flask Security Cheat Sheet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20000"/>
              </a:lnSpc>
            </a:pPr>
            <a:r>
              <a:rPr lang="en-US" sz="875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Python Security Best Practices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6863" y="326863"/>
            <a:ext cx="11603646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spc="51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&amp; FUTURE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6863" y="588354"/>
            <a:ext cx="11685362" cy="326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16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Deployment Options &amp; Advanced Features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30132" y="1049231"/>
            <a:ext cx="5693958" cy="5481497"/>
          </a:xfrm>
          <a:custGeom>
            <a:avLst/>
            <a:gdLst/>
            <a:ahLst/>
            <a:cxnLst/>
            <a:rect l="l" t="t" r="r" b="b"/>
            <a:pathLst>
              <a:path w="5693958" h="5481497">
                <a:moveTo>
                  <a:pt x="98064" y="0"/>
                </a:moveTo>
                <a:lnTo>
                  <a:pt x="5595894" y="0"/>
                </a:lnTo>
                <a:cubicBezTo>
                  <a:pt x="5650053" y="0"/>
                  <a:pt x="5693958" y="43905"/>
                  <a:pt x="5693958" y="98064"/>
                </a:cubicBezTo>
                <a:lnTo>
                  <a:pt x="5693958" y="5383433"/>
                </a:lnTo>
                <a:cubicBezTo>
                  <a:pt x="5693958" y="5437592"/>
                  <a:pt x="5650053" y="5481497"/>
                  <a:pt x="5595894" y="5481497"/>
                </a:cubicBezTo>
                <a:lnTo>
                  <a:pt x="98064" y="5481497"/>
                </a:lnTo>
                <a:cubicBezTo>
                  <a:pt x="43905" y="5481497"/>
                  <a:pt x="0" y="5437592"/>
                  <a:pt x="0" y="5383433"/>
                </a:cubicBezTo>
                <a:lnTo>
                  <a:pt x="0" y="98064"/>
                </a:lnTo>
                <a:cubicBezTo>
                  <a:pt x="0" y="43941"/>
                  <a:pt x="43941" y="0"/>
                  <a:pt x="98064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7261" y="1256788"/>
            <a:ext cx="147088" cy="147088"/>
          </a:xfrm>
          <a:custGeom>
            <a:avLst/>
            <a:gdLst/>
            <a:ahLst/>
            <a:cxnLst/>
            <a:rect l="l" t="t" r="r" b="b"/>
            <a:pathLst>
              <a:path w="147088" h="147088">
                <a:moveTo>
                  <a:pt x="36772" y="91930"/>
                </a:moveTo>
                <a:lnTo>
                  <a:pt x="7038" y="91930"/>
                </a:lnTo>
                <a:cubicBezTo>
                  <a:pt x="-115" y="91930"/>
                  <a:pt x="-4510" y="84145"/>
                  <a:pt x="-833" y="77997"/>
                </a:cubicBezTo>
                <a:lnTo>
                  <a:pt x="14364" y="52659"/>
                </a:lnTo>
                <a:cubicBezTo>
                  <a:pt x="16863" y="48493"/>
                  <a:pt x="21345" y="45965"/>
                  <a:pt x="26200" y="45965"/>
                </a:cubicBezTo>
                <a:lnTo>
                  <a:pt x="53492" y="45965"/>
                </a:lnTo>
                <a:cubicBezTo>
                  <a:pt x="75354" y="8934"/>
                  <a:pt x="107961" y="7067"/>
                  <a:pt x="129765" y="10256"/>
                </a:cubicBezTo>
                <a:cubicBezTo>
                  <a:pt x="133443" y="10802"/>
                  <a:pt x="136315" y="13675"/>
                  <a:pt x="136832" y="17323"/>
                </a:cubicBezTo>
                <a:cubicBezTo>
                  <a:pt x="140021" y="39128"/>
                  <a:pt x="138154" y="71734"/>
                  <a:pt x="101123" y="93597"/>
                </a:cubicBezTo>
                <a:lnTo>
                  <a:pt x="101123" y="120888"/>
                </a:lnTo>
                <a:cubicBezTo>
                  <a:pt x="101123" y="125743"/>
                  <a:pt x="98595" y="130225"/>
                  <a:pt x="94430" y="132724"/>
                </a:cubicBezTo>
                <a:lnTo>
                  <a:pt x="69091" y="147922"/>
                </a:lnTo>
                <a:cubicBezTo>
                  <a:pt x="62972" y="151599"/>
                  <a:pt x="55158" y="147175"/>
                  <a:pt x="55158" y="140050"/>
                </a:cubicBezTo>
                <a:lnTo>
                  <a:pt x="55158" y="110316"/>
                </a:lnTo>
                <a:cubicBezTo>
                  <a:pt x="55158" y="100175"/>
                  <a:pt x="46913" y="91930"/>
                  <a:pt x="36772" y="91930"/>
                </a:cubicBezTo>
                <a:lnTo>
                  <a:pt x="36743" y="91930"/>
                </a:lnTo>
                <a:close/>
                <a:moveTo>
                  <a:pt x="114913" y="45965"/>
                </a:moveTo>
                <a:cubicBezTo>
                  <a:pt x="114913" y="38354"/>
                  <a:pt x="108734" y="32176"/>
                  <a:pt x="101123" y="32176"/>
                </a:cubicBezTo>
                <a:cubicBezTo>
                  <a:pt x="93513" y="32176"/>
                  <a:pt x="87334" y="38354"/>
                  <a:pt x="87334" y="45965"/>
                </a:cubicBezTo>
                <a:cubicBezTo>
                  <a:pt x="87334" y="53576"/>
                  <a:pt x="93513" y="59755"/>
                  <a:pt x="101123" y="59755"/>
                </a:cubicBezTo>
                <a:cubicBezTo>
                  <a:pt x="108734" y="59755"/>
                  <a:pt x="114913" y="53576"/>
                  <a:pt x="114913" y="45965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" name="Text 4"/>
          <p:cNvSpPr/>
          <p:nvPr/>
        </p:nvSpPr>
        <p:spPr>
          <a:xfrm>
            <a:off x="684779" y="1215930"/>
            <a:ext cx="5246155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Deployment Platforms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0101" y="1578748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857" y="1696425"/>
            <a:ext cx="163432" cy="163432"/>
          </a:xfrm>
          <a:custGeom>
            <a:avLst/>
            <a:gdLst/>
            <a:ahLst/>
            <a:cxnLst/>
            <a:rect l="l" t="t" r="r" b="b"/>
            <a:pathLst>
              <a:path w="163432" h="163432">
                <a:moveTo>
                  <a:pt x="55509" y="126851"/>
                </a:moveTo>
                <a:cubicBezTo>
                  <a:pt x="55509" y="127489"/>
                  <a:pt x="54775" y="128000"/>
                  <a:pt x="53849" y="128000"/>
                </a:cubicBezTo>
                <a:cubicBezTo>
                  <a:pt x="52796" y="128096"/>
                  <a:pt x="52062" y="127585"/>
                  <a:pt x="52062" y="126851"/>
                </a:cubicBezTo>
                <a:cubicBezTo>
                  <a:pt x="52062" y="126213"/>
                  <a:pt x="52796" y="125702"/>
                  <a:pt x="53722" y="125702"/>
                </a:cubicBezTo>
                <a:cubicBezTo>
                  <a:pt x="54679" y="125606"/>
                  <a:pt x="55509" y="126117"/>
                  <a:pt x="55509" y="126851"/>
                </a:cubicBezTo>
                <a:close/>
                <a:moveTo>
                  <a:pt x="45582" y="125415"/>
                </a:moveTo>
                <a:cubicBezTo>
                  <a:pt x="45359" y="126053"/>
                  <a:pt x="45997" y="126787"/>
                  <a:pt x="46955" y="126979"/>
                </a:cubicBezTo>
                <a:cubicBezTo>
                  <a:pt x="47785" y="127298"/>
                  <a:pt x="48742" y="126979"/>
                  <a:pt x="48934" y="126340"/>
                </a:cubicBezTo>
                <a:cubicBezTo>
                  <a:pt x="49125" y="125702"/>
                  <a:pt x="48519" y="124968"/>
                  <a:pt x="47561" y="124680"/>
                </a:cubicBezTo>
                <a:cubicBezTo>
                  <a:pt x="46731" y="124457"/>
                  <a:pt x="45806" y="124776"/>
                  <a:pt x="45582" y="125415"/>
                </a:cubicBezTo>
                <a:close/>
                <a:moveTo>
                  <a:pt x="59691" y="124872"/>
                </a:moveTo>
                <a:cubicBezTo>
                  <a:pt x="58765" y="125095"/>
                  <a:pt x="58127" y="125702"/>
                  <a:pt x="58223" y="126436"/>
                </a:cubicBezTo>
                <a:cubicBezTo>
                  <a:pt x="58318" y="127074"/>
                  <a:pt x="59148" y="127489"/>
                  <a:pt x="60106" y="127266"/>
                </a:cubicBezTo>
                <a:cubicBezTo>
                  <a:pt x="61032" y="127043"/>
                  <a:pt x="61670" y="126436"/>
                  <a:pt x="61574" y="125798"/>
                </a:cubicBezTo>
                <a:cubicBezTo>
                  <a:pt x="61478" y="125191"/>
                  <a:pt x="60617" y="124776"/>
                  <a:pt x="59691" y="124872"/>
                </a:cubicBezTo>
                <a:close/>
                <a:moveTo>
                  <a:pt x="80694" y="2554"/>
                </a:moveTo>
                <a:cubicBezTo>
                  <a:pt x="36421" y="2554"/>
                  <a:pt x="2554" y="36166"/>
                  <a:pt x="2554" y="80439"/>
                </a:cubicBezTo>
                <a:cubicBezTo>
                  <a:pt x="2554" y="115839"/>
                  <a:pt x="24834" y="146131"/>
                  <a:pt x="56658" y="156792"/>
                </a:cubicBezTo>
                <a:cubicBezTo>
                  <a:pt x="60744" y="157526"/>
                  <a:pt x="62181" y="155005"/>
                  <a:pt x="62181" y="152930"/>
                </a:cubicBezTo>
                <a:cubicBezTo>
                  <a:pt x="62181" y="150951"/>
                  <a:pt x="62085" y="140034"/>
                  <a:pt x="62085" y="133331"/>
                </a:cubicBezTo>
                <a:cubicBezTo>
                  <a:pt x="62085" y="133331"/>
                  <a:pt x="39741" y="138119"/>
                  <a:pt x="35048" y="123819"/>
                </a:cubicBezTo>
                <a:cubicBezTo>
                  <a:pt x="35048" y="123819"/>
                  <a:pt x="31410" y="114530"/>
                  <a:pt x="26175" y="112136"/>
                </a:cubicBezTo>
                <a:cubicBezTo>
                  <a:pt x="26175" y="112136"/>
                  <a:pt x="18865" y="107124"/>
                  <a:pt x="26685" y="107220"/>
                </a:cubicBezTo>
                <a:cubicBezTo>
                  <a:pt x="26685" y="107220"/>
                  <a:pt x="34633" y="107858"/>
                  <a:pt x="39007" y="115456"/>
                </a:cubicBezTo>
                <a:cubicBezTo>
                  <a:pt x="45997" y="127777"/>
                  <a:pt x="57712" y="124234"/>
                  <a:pt x="62276" y="122127"/>
                </a:cubicBezTo>
                <a:cubicBezTo>
                  <a:pt x="63011" y="117020"/>
                  <a:pt x="65085" y="113476"/>
                  <a:pt x="67384" y="111370"/>
                </a:cubicBezTo>
                <a:cubicBezTo>
                  <a:pt x="49540" y="109391"/>
                  <a:pt x="31537" y="106805"/>
                  <a:pt x="31537" y="76098"/>
                </a:cubicBezTo>
                <a:cubicBezTo>
                  <a:pt x="31537" y="67320"/>
                  <a:pt x="33963" y="62915"/>
                  <a:pt x="39070" y="57297"/>
                </a:cubicBezTo>
                <a:cubicBezTo>
                  <a:pt x="38240" y="55222"/>
                  <a:pt x="35527" y="46667"/>
                  <a:pt x="39900" y="35623"/>
                </a:cubicBezTo>
                <a:cubicBezTo>
                  <a:pt x="46572" y="33548"/>
                  <a:pt x="61925" y="44241"/>
                  <a:pt x="61925" y="44241"/>
                </a:cubicBezTo>
                <a:cubicBezTo>
                  <a:pt x="68309" y="42454"/>
                  <a:pt x="75172" y="41528"/>
                  <a:pt x="81971" y="41528"/>
                </a:cubicBezTo>
                <a:cubicBezTo>
                  <a:pt x="88770" y="41528"/>
                  <a:pt x="95633" y="42454"/>
                  <a:pt x="102017" y="44241"/>
                </a:cubicBezTo>
                <a:cubicBezTo>
                  <a:pt x="102017" y="44241"/>
                  <a:pt x="117371" y="33516"/>
                  <a:pt x="124042" y="35623"/>
                </a:cubicBezTo>
                <a:cubicBezTo>
                  <a:pt x="128415" y="46699"/>
                  <a:pt x="125702" y="55222"/>
                  <a:pt x="124872" y="57297"/>
                </a:cubicBezTo>
                <a:cubicBezTo>
                  <a:pt x="129979" y="62947"/>
                  <a:pt x="133107" y="67352"/>
                  <a:pt x="133107" y="76098"/>
                </a:cubicBezTo>
                <a:cubicBezTo>
                  <a:pt x="133107" y="106901"/>
                  <a:pt x="114306" y="109359"/>
                  <a:pt x="96463" y="111370"/>
                </a:cubicBezTo>
                <a:cubicBezTo>
                  <a:pt x="99400" y="113891"/>
                  <a:pt x="101889" y="118679"/>
                  <a:pt x="101889" y="126181"/>
                </a:cubicBezTo>
                <a:cubicBezTo>
                  <a:pt x="101889" y="136938"/>
                  <a:pt x="101794" y="150249"/>
                  <a:pt x="101794" y="152866"/>
                </a:cubicBezTo>
                <a:cubicBezTo>
                  <a:pt x="101794" y="154941"/>
                  <a:pt x="103262" y="157463"/>
                  <a:pt x="107316" y="156728"/>
                </a:cubicBezTo>
                <a:cubicBezTo>
                  <a:pt x="139236" y="146131"/>
                  <a:pt x="160878" y="115839"/>
                  <a:pt x="160878" y="80439"/>
                </a:cubicBezTo>
                <a:cubicBezTo>
                  <a:pt x="160878" y="36166"/>
                  <a:pt x="124968" y="2554"/>
                  <a:pt x="80694" y="2554"/>
                </a:cubicBezTo>
                <a:close/>
                <a:moveTo>
                  <a:pt x="33580" y="112647"/>
                </a:moveTo>
                <a:cubicBezTo>
                  <a:pt x="33165" y="112966"/>
                  <a:pt x="33261" y="113700"/>
                  <a:pt x="33804" y="114306"/>
                </a:cubicBezTo>
                <a:cubicBezTo>
                  <a:pt x="34314" y="114817"/>
                  <a:pt x="35048" y="115041"/>
                  <a:pt x="35463" y="114626"/>
                </a:cubicBezTo>
                <a:cubicBezTo>
                  <a:pt x="35878" y="114306"/>
                  <a:pt x="35783" y="113572"/>
                  <a:pt x="35240" y="112966"/>
                </a:cubicBezTo>
                <a:cubicBezTo>
                  <a:pt x="34729" y="112455"/>
                  <a:pt x="33995" y="112232"/>
                  <a:pt x="33580" y="112647"/>
                </a:cubicBezTo>
                <a:close/>
                <a:moveTo>
                  <a:pt x="30133" y="110061"/>
                </a:moveTo>
                <a:cubicBezTo>
                  <a:pt x="29909" y="110476"/>
                  <a:pt x="30228" y="110987"/>
                  <a:pt x="30867" y="111306"/>
                </a:cubicBezTo>
                <a:cubicBezTo>
                  <a:pt x="31378" y="111625"/>
                  <a:pt x="32016" y="111529"/>
                  <a:pt x="32239" y="111082"/>
                </a:cubicBezTo>
                <a:cubicBezTo>
                  <a:pt x="32463" y="110667"/>
                  <a:pt x="32144" y="110157"/>
                  <a:pt x="31505" y="109838"/>
                </a:cubicBezTo>
                <a:cubicBezTo>
                  <a:pt x="30867" y="109646"/>
                  <a:pt x="30356" y="109742"/>
                  <a:pt x="30133" y="110061"/>
                </a:cubicBezTo>
                <a:close/>
                <a:moveTo>
                  <a:pt x="40475" y="121425"/>
                </a:moveTo>
                <a:cubicBezTo>
                  <a:pt x="39964" y="121840"/>
                  <a:pt x="40156" y="122797"/>
                  <a:pt x="40890" y="123404"/>
                </a:cubicBezTo>
                <a:cubicBezTo>
                  <a:pt x="41624" y="124138"/>
                  <a:pt x="42550" y="124234"/>
                  <a:pt x="42965" y="123723"/>
                </a:cubicBezTo>
                <a:cubicBezTo>
                  <a:pt x="43380" y="123308"/>
                  <a:pt x="43188" y="122350"/>
                  <a:pt x="42550" y="121744"/>
                </a:cubicBezTo>
                <a:cubicBezTo>
                  <a:pt x="41847" y="121010"/>
                  <a:pt x="40890" y="120914"/>
                  <a:pt x="40475" y="121425"/>
                </a:cubicBezTo>
                <a:close/>
                <a:moveTo>
                  <a:pt x="36836" y="116732"/>
                </a:moveTo>
                <a:cubicBezTo>
                  <a:pt x="36325" y="117052"/>
                  <a:pt x="36325" y="117881"/>
                  <a:pt x="36836" y="118616"/>
                </a:cubicBezTo>
                <a:cubicBezTo>
                  <a:pt x="37347" y="119350"/>
                  <a:pt x="38209" y="119669"/>
                  <a:pt x="38623" y="119350"/>
                </a:cubicBezTo>
                <a:cubicBezTo>
                  <a:pt x="39134" y="118935"/>
                  <a:pt x="39134" y="118105"/>
                  <a:pt x="38623" y="117371"/>
                </a:cubicBezTo>
                <a:cubicBezTo>
                  <a:pt x="38177" y="116637"/>
                  <a:pt x="37347" y="116317"/>
                  <a:pt x="36836" y="116732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9" name="Text 7"/>
          <p:cNvSpPr/>
          <p:nvPr/>
        </p:nvSpPr>
        <p:spPr>
          <a:xfrm>
            <a:off x="871091" y="1680082"/>
            <a:ext cx="1013276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 + Render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88034" y="1680082"/>
            <a:ext cx="367721" cy="196118"/>
          </a:xfrm>
          <a:custGeom>
            <a:avLst/>
            <a:gdLst/>
            <a:ahLst/>
            <a:cxnLst/>
            <a:rect l="l" t="t" r="r" b="b"/>
            <a:pathLst>
              <a:path w="367721" h="196118">
                <a:moveTo>
                  <a:pt x="32687" y="0"/>
                </a:moveTo>
                <a:lnTo>
                  <a:pt x="335034" y="0"/>
                </a:lnTo>
                <a:cubicBezTo>
                  <a:pt x="353087" y="0"/>
                  <a:pt x="367721" y="14634"/>
                  <a:pt x="367721" y="32687"/>
                </a:cubicBezTo>
                <a:lnTo>
                  <a:pt x="367721" y="163431"/>
                </a:lnTo>
                <a:cubicBezTo>
                  <a:pt x="367721" y="181484"/>
                  <a:pt x="353087" y="196118"/>
                  <a:pt x="335034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88034" y="1680082"/>
            <a:ext cx="416751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1428" y="1941573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Connect GitHub repo to Render for automatic Flask deployment. Best for portfolios and demos.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0101" y="2310927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1643" y="2428596"/>
            <a:ext cx="183861" cy="163432"/>
          </a:xfrm>
          <a:custGeom>
            <a:avLst/>
            <a:gdLst/>
            <a:ahLst/>
            <a:cxnLst/>
            <a:rect l="l" t="t" r="r" b="b"/>
            <a:pathLst>
              <a:path w="183861" h="163432">
                <a:moveTo>
                  <a:pt x="0" y="107252"/>
                </a:moveTo>
                <a:cubicBezTo>
                  <a:pt x="0" y="132629"/>
                  <a:pt x="20589" y="153217"/>
                  <a:pt x="45965" y="153217"/>
                </a:cubicBezTo>
                <a:lnTo>
                  <a:pt x="143003" y="153217"/>
                </a:lnTo>
                <a:cubicBezTo>
                  <a:pt x="165570" y="153217"/>
                  <a:pt x="183861" y="134927"/>
                  <a:pt x="183861" y="112359"/>
                </a:cubicBezTo>
                <a:cubicBezTo>
                  <a:pt x="183861" y="95888"/>
                  <a:pt x="174125" y="81684"/>
                  <a:pt x="160080" y="75236"/>
                </a:cubicBezTo>
                <a:cubicBezTo>
                  <a:pt x="162219" y="71054"/>
                  <a:pt x="163432" y="66298"/>
                  <a:pt x="163432" y="61287"/>
                </a:cubicBezTo>
                <a:cubicBezTo>
                  <a:pt x="163432" y="44369"/>
                  <a:pt x="149706" y="30643"/>
                  <a:pt x="132788" y="30643"/>
                </a:cubicBezTo>
                <a:cubicBezTo>
                  <a:pt x="127138" y="30643"/>
                  <a:pt x="121871" y="32176"/>
                  <a:pt x="117339" y="34825"/>
                </a:cubicBezTo>
                <a:cubicBezTo>
                  <a:pt x="109646" y="20206"/>
                  <a:pt x="94292" y="10214"/>
                  <a:pt x="76609" y="10214"/>
                </a:cubicBezTo>
                <a:cubicBezTo>
                  <a:pt x="51232" y="10214"/>
                  <a:pt x="30643" y="30803"/>
                  <a:pt x="30643" y="56180"/>
                </a:cubicBezTo>
                <a:cubicBezTo>
                  <a:pt x="30643" y="58733"/>
                  <a:pt x="30867" y="61255"/>
                  <a:pt x="31250" y="63681"/>
                </a:cubicBezTo>
                <a:cubicBezTo>
                  <a:pt x="13087" y="69810"/>
                  <a:pt x="0" y="87015"/>
                  <a:pt x="0" y="107252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15" name="Text 13"/>
          <p:cNvSpPr/>
          <p:nvPr/>
        </p:nvSpPr>
        <p:spPr>
          <a:xfrm>
            <a:off x="871091" y="2412253"/>
            <a:ext cx="490295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Heroku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88034" y="2412253"/>
            <a:ext cx="367721" cy="196118"/>
          </a:xfrm>
          <a:custGeom>
            <a:avLst/>
            <a:gdLst/>
            <a:ahLst/>
            <a:cxnLst/>
            <a:rect l="l" t="t" r="r" b="b"/>
            <a:pathLst>
              <a:path w="367721" h="196118">
                <a:moveTo>
                  <a:pt x="32687" y="0"/>
                </a:moveTo>
                <a:lnTo>
                  <a:pt x="335034" y="0"/>
                </a:lnTo>
                <a:cubicBezTo>
                  <a:pt x="353087" y="0"/>
                  <a:pt x="367721" y="14634"/>
                  <a:pt x="367721" y="32687"/>
                </a:cubicBezTo>
                <a:lnTo>
                  <a:pt x="367721" y="163431"/>
                </a:lnTo>
                <a:cubicBezTo>
                  <a:pt x="367721" y="181484"/>
                  <a:pt x="353087" y="196118"/>
                  <a:pt x="335034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388034" y="2412253"/>
            <a:ext cx="416751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PAID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1428" y="2673743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deployment with add-ons for databases and monitoring. Easy scaling options.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0101" y="3043097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072" y="3160766"/>
            <a:ext cx="143003" cy="163432"/>
          </a:xfrm>
          <a:custGeom>
            <a:avLst/>
            <a:gdLst/>
            <a:ahLst/>
            <a:cxnLst/>
            <a:rect l="l" t="t" r="r" b="b"/>
            <a:pathLst>
              <a:path w="143003" h="163432">
                <a:moveTo>
                  <a:pt x="0" y="10214"/>
                </a:moveTo>
                <a:lnTo>
                  <a:pt x="68501" y="10214"/>
                </a:lnTo>
                <a:lnTo>
                  <a:pt x="68501" y="78715"/>
                </a:lnTo>
                <a:lnTo>
                  <a:pt x="0" y="78715"/>
                </a:lnTo>
                <a:lnTo>
                  <a:pt x="0" y="10214"/>
                </a:lnTo>
                <a:close/>
                <a:moveTo>
                  <a:pt x="74502" y="10214"/>
                </a:moveTo>
                <a:lnTo>
                  <a:pt x="143003" y="10214"/>
                </a:lnTo>
                <a:lnTo>
                  <a:pt x="143003" y="78715"/>
                </a:lnTo>
                <a:lnTo>
                  <a:pt x="74502" y="78715"/>
                </a:lnTo>
                <a:lnTo>
                  <a:pt x="74502" y="10214"/>
                </a:lnTo>
                <a:close/>
                <a:moveTo>
                  <a:pt x="0" y="84716"/>
                </a:moveTo>
                <a:lnTo>
                  <a:pt x="68501" y="84716"/>
                </a:lnTo>
                <a:lnTo>
                  <a:pt x="68501" y="153217"/>
                </a:lnTo>
                <a:lnTo>
                  <a:pt x="0" y="153217"/>
                </a:lnTo>
                <a:lnTo>
                  <a:pt x="0" y="84716"/>
                </a:lnTo>
                <a:close/>
                <a:moveTo>
                  <a:pt x="74502" y="84716"/>
                </a:moveTo>
                <a:lnTo>
                  <a:pt x="143003" y="84716"/>
                </a:lnTo>
                <a:lnTo>
                  <a:pt x="143003" y="153217"/>
                </a:lnTo>
                <a:lnTo>
                  <a:pt x="74502" y="153217"/>
                </a:lnTo>
                <a:lnTo>
                  <a:pt x="74502" y="84716"/>
                </a:ln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21" name="Text 19"/>
          <p:cNvSpPr/>
          <p:nvPr/>
        </p:nvSpPr>
        <p:spPr>
          <a:xfrm>
            <a:off x="871091" y="3144423"/>
            <a:ext cx="1119507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Azure App Service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035023" y="3144423"/>
            <a:ext cx="719099" cy="196118"/>
          </a:xfrm>
          <a:custGeom>
            <a:avLst/>
            <a:gdLst/>
            <a:ahLst/>
            <a:cxnLst/>
            <a:rect l="l" t="t" r="r" b="b"/>
            <a:pathLst>
              <a:path w="719099" h="196118">
                <a:moveTo>
                  <a:pt x="32687" y="0"/>
                </a:moveTo>
                <a:lnTo>
                  <a:pt x="686412" y="0"/>
                </a:lnTo>
                <a:cubicBezTo>
                  <a:pt x="704465" y="0"/>
                  <a:pt x="719099" y="14634"/>
                  <a:pt x="719099" y="32687"/>
                </a:cubicBezTo>
                <a:lnTo>
                  <a:pt x="719099" y="163431"/>
                </a:lnTo>
                <a:cubicBezTo>
                  <a:pt x="719099" y="181484"/>
                  <a:pt x="704465" y="196118"/>
                  <a:pt x="686412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EAB308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035023" y="3144423"/>
            <a:ext cx="768129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EAB30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1428" y="3405914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Enterprise-grade hosting with PostgreSQL integration, Key Vault for secrets, and private endpoints.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00101" y="3775276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2072" y="3892945"/>
            <a:ext cx="143003" cy="163432"/>
          </a:xfrm>
          <a:custGeom>
            <a:avLst/>
            <a:gdLst/>
            <a:ahLst/>
            <a:cxnLst/>
            <a:rect l="l" t="t" r="r" b="b"/>
            <a:pathLst>
              <a:path w="143003" h="163432">
                <a:moveTo>
                  <a:pt x="20429" y="10214"/>
                </a:moveTo>
                <a:cubicBezTo>
                  <a:pt x="9161" y="10214"/>
                  <a:pt x="0" y="19376"/>
                  <a:pt x="0" y="30643"/>
                </a:cubicBezTo>
                <a:lnTo>
                  <a:pt x="0" y="51072"/>
                </a:lnTo>
                <a:cubicBezTo>
                  <a:pt x="0" y="62340"/>
                  <a:pt x="9161" y="71501"/>
                  <a:pt x="20429" y="71501"/>
                </a:cubicBezTo>
                <a:lnTo>
                  <a:pt x="122574" y="71501"/>
                </a:lnTo>
                <a:cubicBezTo>
                  <a:pt x="133842" y="71501"/>
                  <a:pt x="143003" y="62340"/>
                  <a:pt x="143003" y="51072"/>
                </a:cubicBezTo>
                <a:lnTo>
                  <a:pt x="143003" y="30643"/>
                </a:lnTo>
                <a:cubicBezTo>
                  <a:pt x="143003" y="19376"/>
                  <a:pt x="133842" y="10214"/>
                  <a:pt x="122574" y="10214"/>
                </a:cubicBezTo>
                <a:lnTo>
                  <a:pt x="20429" y="10214"/>
                </a:lnTo>
                <a:close/>
                <a:moveTo>
                  <a:pt x="89377" y="33197"/>
                </a:moveTo>
                <a:cubicBezTo>
                  <a:pt x="93605" y="33197"/>
                  <a:pt x="97038" y="36630"/>
                  <a:pt x="97038" y="40858"/>
                </a:cubicBezTo>
                <a:cubicBezTo>
                  <a:pt x="97038" y="45086"/>
                  <a:pt x="93605" y="48519"/>
                  <a:pt x="89377" y="48519"/>
                </a:cubicBezTo>
                <a:cubicBezTo>
                  <a:pt x="85149" y="48519"/>
                  <a:pt x="81716" y="45086"/>
                  <a:pt x="81716" y="40858"/>
                </a:cubicBezTo>
                <a:cubicBezTo>
                  <a:pt x="81716" y="36630"/>
                  <a:pt x="85149" y="33197"/>
                  <a:pt x="89377" y="33197"/>
                </a:cubicBezTo>
                <a:close/>
                <a:moveTo>
                  <a:pt x="107252" y="40858"/>
                </a:moveTo>
                <a:cubicBezTo>
                  <a:pt x="107252" y="36630"/>
                  <a:pt x="110685" y="33197"/>
                  <a:pt x="114913" y="33197"/>
                </a:cubicBezTo>
                <a:cubicBezTo>
                  <a:pt x="119141" y="33197"/>
                  <a:pt x="122574" y="36630"/>
                  <a:pt x="122574" y="40858"/>
                </a:cubicBezTo>
                <a:cubicBezTo>
                  <a:pt x="122574" y="45086"/>
                  <a:pt x="119141" y="48519"/>
                  <a:pt x="114913" y="48519"/>
                </a:cubicBezTo>
                <a:cubicBezTo>
                  <a:pt x="110685" y="48519"/>
                  <a:pt x="107252" y="45086"/>
                  <a:pt x="107252" y="40858"/>
                </a:cubicBezTo>
                <a:close/>
                <a:moveTo>
                  <a:pt x="20429" y="91930"/>
                </a:moveTo>
                <a:cubicBezTo>
                  <a:pt x="9161" y="91930"/>
                  <a:pt x="0" y="101091"/>
                  <a:pt x="0" y="112359"/>
                </a:cubicBezTo>
                <a:lnTo>
                  <a:pt x="0" y="132788"/>
                </a:lnTo>
                <a:cubicBezTo>
                  <a:pt x="0" y="144056"/>
                  <a:pt x="9161" y="153217"/>
                  <a:pt x="20429" y="153217"/>
                </a:cubicBezTo>
                <a:lnTo>
                  <a:pt x="122574" y="153217"/>
                </a:lnTo>
                <a:cubicBezTo>
                  <a:pt x="133842" y="153217"/>
                  <a:pt x="143003" y="144056"/>
                  <a:pt x="143003" y="132788"/>
                </a:cubicBezTo>
                <a:lnTo>
                  <a:pt x="143003" y="112359"/>
                </a:lnTo>
                <a:cubicBezTo>
                  <a:pt x="143003" y="101091"/>
                  <a:pt x="133842" y="91930"/>
                  <a:pt x="122574" y="91930"/>
                </a:cubicBezTo>
                <a:lnTo>
                  <a:pt x="20429" y="91930"/>
                </a:lnTo>
                <a:close/>
                <a:moveTo>
                  <a:pt x="89377" y="114913"/>
                </a:moveTo>
                <a:cubicBezTo>
                  <a:pt x="93605" y="114913"/>
                  <a:pt x="97038" y="118346"/>
                  <a:pt x="97038" y="122574"/>
                </a:cubicBezTo>
                <a:cubicBezTo>
                  <a:pt x="97038" y="126802"/>
                  <a:pt x="93605" y="130235"/>
                  <a:pt x="89377" y="130235"/>
                </a:cubicBezTo>
                <a:cubicBezTo>
                  <a:pt x="85149" y="130235"/>
                  <a:pt x="81716" y="126802"/>
                  <a:pt x="81716" y="122574"/>
                </a:cubicBezTo>
                <a:cubicBezTo>
                  <a:pt x="81716" y="118346"/>
                  <a:pt x="85149" y="114913"/>
                  <a:pt x="89377" y="114913"/>
                </a:cubicBezTo>
                <a:close/>
                <a:moveTo>
                  <a:pt x="107252" y="122574"/>
                </a:moveTo>
                <a:cubicBezTo>
                  <a:pt x="107252" y="118346"/>
                  <a:pt x="110685" y="114913"/>
                  <a:pt x="114913" y="114913"/>
                </a:cubicBezTo>
                <a:cubicBezTo>
                  <a:pt x="119141" y="114913"/>
                  <a:pt x="122574" y="118346"/>
                  <a:pt x="122574" y="122574"/>
                </a:cubicBezTo>
                <a:cubicBezTo>
                  <a:pt x="122574" y="126802"/>
                  <a:pt x="119141" y="130235"/>
                  <a:pt x="114913" y="130235"/>
                </a:cubicBezTo>
                <a:cubicBezTo>
                  <a:pt x="110685" y="130235"/>
                  <a:pt x="107252" y="126802"/>
                  <a:pt x="107252" y="122574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27" name="Text 25"/>
          <p:cNvSpPr/>
          <p:nvPr/>
        </p:nvSpPr>
        <p:spPr>
          <a:xfrm>
            <a:off x="871091" y="3876602"/>
            <a:ext cx="1626145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VPS (DigitalOcean/Linode)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917249" y="3876602"/>
            <a:ext cx="833501" cy="196118"/>
          </a:xfrm>
          <a:custGeom>
            <a:avLst/>
            <a:gdLst/>
            <a:ahLst/>
            <a:cxnLst/>
            <a:rect l="l" t="t" r="r" b="b"/>
            <a:pathLst>
              <a:path w="833501" h="196118">
                <a:moveTo>
                  <a:pt x="32687" y="0"/>
                </a:moveTo>
                <a:lnTo>
                  <a:pt x="800814" y="0"/>
                </a:lnTo>
                <a:cubicBezTo>
                  <a:pt x="818867" y="0"/>
                  <a:pt x="833501" y="14634"/>
                  <a:pt x="833501" y="32687"/>
                </a:cubicBezTo>
                <a:lnTo>
                  <a:pt x="833501" y="163431"/>
                </a:lnTo>
                <a:cubicBezTo>
                  <a:pt x="833501" y="181484"/>
                  <a:pt x="818867" y="196118"/>
                  <a:pt x="800814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01FF64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917249" y="3876602"/>
            <a:ext cx="882531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FULL CONTROL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1428" y="4138092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Maximum control with Nginx reverse proxy, SSL certificates, and custom configurations.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62803" y="1049231"/>
            <a:ext cx="5693958" cy="4517250"/>
          </a:xfrm>
          <a:custGeom>
            <a:avLst/>
            <a:gdLst/>
            <a:ahLst/>
            <a:cxnLst/>
            <a:rect l="l" t="t" r="r" b="b"/>
            <a:pathLst>
              <a:path w="5693958" h="4517250">
                <a:moveTo>
                  <a:pt x="98070" y="0"/>
                </a:moveTo>
                <a:lnTo>
                  <a:pt x="5595889" y="0"/>
                </a:lnTo>
                <a:cubicBezTo>
                  <a:pt x="5650051" y="0"/>
                  <a:pt x="5693958" y="43907"/>
                  <a:pt x="5693958" y="98070"/>
                </a:cubicBezTo>
                <a:lnTo>
                  <a:pt x="5693958" y="4419181"/>
                </a:lnTo>
                <a:cubicBezTo>
                  <a:pt x="5693958" y="4473343"/>
                  <a:pt x="5650051" y="4517250"/>
                  <a:pt x="5595889" y="4517250"/>
                </a:cubicBezTo>
                <a:lnTo>
                  <a:pt x="98070" y="4517250"/>
                </a:lnTo>
                <a:cubicBezTo>
                  <a:pt x="43907" y="4517250"/>
                  <a:pt x="0" y="4473343"/>
                  <a:pt x="0" y="4419181"/>
                </a:cubicBezTo>
                <a:lnTo>
                  <a:pt x="0" y="98070"/>
                </a:lnTo>
                <a:cubicBezTo>
                  <a:pt x="0" y="43943"/>
                  <a:pt x="43943" y="0"/>
                  <a:pt x="98070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0739" y="1256788"/>
            <a:ext cx="165475" cy="147088"/>
          </a:xfrm>
          <a:custGeom>
            <a:avLst/>
            <a:gdLst/>
            <a:ahLst/>
            <a:cxnLst/>
            <a:rect l="l" t="t" r="r" b="b"/>
            <a:pathLst>
              <a:path w="165475" h="147088">
                <a:moveTo>
                  <a:pt x="88914" y="-5430"/>
                </a:moveTo>
                <a:cubicBezTo>
                  <a:pt x="87736" y="-7728"/>
                  <a:pt x="85352" y="-9193"/>
                  <a:pt x="82766" y="-9193"/>
                </a:cubicBezTo>
                <a:cubicBezTo>
                  <a:pt x="80180" y="-9193"/>
                  <a:pt x="77796" y="-7728"/>
                  <a:pt x="76618" y="-5430"/>
                </a:cubicBezTo>
                <a:lnTo>
                  <a:pt x="55474" y="35996"/>
                </a:lnTo>
                <a:lnTo>
                  <a:pt x="9538" y="43293"/>
                </a:lnTo>
                <a:cubicBezTo>
                  <a:pt x="6981" y="43696"/>
                  <a:pt x="4855" y="45505"/>
                  <a:pt x="4051" y="47976"/>
                </a:cubicBezTo>
                <a:cubicBezTo>
                  <a:pt x="3246" y="50447"/>
                  <a:pt x="3907" y="53147"/>
                  <a:pt x="5717" y="54986"/>
                </a:cubicBezTo>
                <a:lnTo>
                  <a:pt x="38582" y="87880"/>
                </a:lnTo>
                <a:lnTo>
                  <a:pt x="31342" y="133816"/>
                </a:lnTo>
                <a:cubicBezTo>
                  <a:pt x="30940" y="136373"/>
                  <a:pt x="32003" y="138958"/>
                  <a:pt x="34100" y="140481"/>
                </a:cubicBezTo>
                <a:cubicBezTo>
                  <a:pt x="36198" y="142004"/>
                  <a:pt x="38955" y="142233"/>
                  <a:pt x="41282" y="141056"/>
                </a:cubicBezTo>
                <a:lnTo>
                  <a:pt x="82766" y="119969"/>
                </a:lnTo>
                <a:lnTo>
                  <a:pt x="124221" y="141056"/>
                </a:lnTo>
                <a:cubicBezTo>
                  <a:pt x="126519" y="142233"/>
                  <a:pt x="129306" y="142004"/>
                  <a:pt x="131403" y="140481"/>
                </a:cubicBezTo>
                <a:cubicBezTo>
                  <a:pt x="133500" y="138958"/>
                  <a:pt x="134563" y="136402"/>
                  <a:pt x="134161" y="133816"/>
                </a:cubicBezTo>
                <a:lnTo>
                  <a:pt x="126893" y="87880"/>
                </a:lnTo>
                <a:lnTo>
                  <a:pt x="159758" y="54986"/>
                </a:lnTo>
                <a:cubicBezTo>
                  <a:pt x="161596" y="53147"/>
                  <a:pt x="162228" y="50447"/>
                  <a:pt x="161424" y="47976"/>
                </a:cubicBezTo>
                <a:cubicBezTo>
                  <a:pt x="160619" y="45505"/>
                  <a:pt x="158522" y="43696"/>
                  <a:pt x="155937" y="43293"/>
                </a:cubicBezTo>
                <a:lnTo>
                  <a:pt x="110029" y="35996"/>
                </a:lnTo>
                <a:lnTo>
                  <a:pt x="88914" y="-543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3" name="Text 31"/>
          <p:cNvSpPr/>
          <p:nvPr/>
        </p:nvSpPr>
        <p:spPr>
          <a:xfrm>
            <a:off x="6517449" y="1215930"/>
            <a:ext cx="5246155" cy="2288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8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Features Roadmap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32772" y="1578748"/>
            <a:ext cx="5358923" cy="889068"/>
          </a:xfrm>
          <a:custGeom>
            <a:avLst/>
            <a:gdLst/>
            <a:ahLst/>
            <a:cxnLst/>
            <a:rect l="l" t="t" r="r" b="b"/>
            <a:pathLst>
              <a:path w="5358923" h="889068">
                <a:moveTo>
                  <a:pt x="65373" y="0"/>
                </a:moveTo>
                <a:lnTo>
                  <a:pt x="5293550" y="0"/>
                </a:lnTo>
                <a:cubicBezTo>
                  <a:pt x="5329655" y="0"/>
                  <a:pt x="5358923" y="29269"/>
                  <a:pt x="5358923" y="65373"/>
                </a:cubicBezTo>
                <a:lnTo>
                  <a:pt x="5358923" y="823695"/>
                </a:lnTo>
                <a:cubicBezTo>
                  <a:pt x="5358923" y="859800"/>
                  <a:pt x="5329655" y="889068"/>
                  <a:pt x="5293550" y="889068"/>
                </a:cubicBezTo>
                <a:lnTo>
                  <a:pt x="65373" y="889068"/>
                </a:lnTo>
                <a:cubicBezTo>
                  <a:pt x="29269" y="889068"/>
                  <a:pt x="0" y="859800"/>
                  <a:pt x="0" y="823695"/>
                </a:cubicBezTo>
                <a:lnTo>
                  <a:pt x="0" y="65373"/>
                </a:lnTo>
                <a:cubicBezTo>
                  <a:pt x="0" y="29293"/>
                  <a:pt x="29293" y="0"/>
                  <a:pt x="65373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50442" y="1712768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30643" y="14300"/>
                </a:moveTo>
                <a:cubicBezTo>
                  <a:pt x="30643" y="6410"/>
                  <a:pt x="37053" y="0"/>
                  <a:pt x="44944" y="0"/>
                </a:cubicBezTo>
                <a:lnTo>
                  <a:pt x="51072" y="0"/>
                </a:lnTo>
                <a:cubicBezTo>
                  <a:pt x="55592" y="0"/>
                  <a:pt x="59244" y="3652"/>
                  <a:pt x="59244" y="8172"/>
                </a:cubicBezTo>
                <a:lnTo>
                  <a:pt x="59244" y="122574"/>
                </a:lnTo>
                <a:cubicBezTo>
                  <a:pt x="59244" y="127094"/>
                  <a:pt x="55592" y="130745"/>
                  <a:pt x="51072" y="130745"/>
                </a:cubicBezTo>
                <a:lnTo>
                  <a:pt x="42901" y="130745"/>
                </a:lnTo>
                <a:cubicBezTo>
                  <a:pt x="35291" y="130745"/>
                  <a:pt x="28881" y="125536"/>
                  <a:pt x="27068" y="118488"/>
                </a:cubicBezTo>
                <a:cubicBezTo>
                  <a:pt x="26890" y="118488"/>
                  <a:pt x="26736" y="118488"/>
                  <a:pt x="26558" y="118488"/>
                </a:cubicBezTo>
                <a:cubicBezTo>
                  <a:pt x="15271" y="118488"/>
                  <a:pt x="6129" y="109346"/>
                  <a:pt x="6129" y="98059"/>
                </a:cubicBezTo>
                <a:cubicBezTo>
                  <a:pt x="6129" y="93462"/>
                  <a:pt x="7661" y="89223"/>
                  <a:pt x="10214" y="85802"/>
                </a:cubicBezTo>
                <a:cubicBezTo>
                  <a:pt x="5260" y="82073"/>
                  <a:pt x="2043" y="76149"/>
                  <a:pt x="2043" y="69458"/>
                </a:cubicBezTo>
                <a:cubicBezTo>
                  <a:pt x="2043" y="61568"/>
                  <a:pt x="6537" y="54699"/>
                  <a:pt x="13075" y="51302"/>
                </a:cubicBezTo>
                <a:cubicBezTo>
                  <a:pt x="11261" y="48238"/>
                  <a:pt x="10214" y="44663"/>
                  <a:pt x="10214" y="40858"/>
                </a:cubicBezTo>
                <a:cubicBezTo>
                  <a:pt x="10214" y="29571"/>
                  <a:pt x="19356" y="20429"/>
                  <a:pt x="30643" y="20429"/>
                </a:cubicBezTo>
                <a:lnTo>
                  <a:pt x="30643" y="14300"/>
                </a:lnTo>
                <a:close/>
                <a:moveTo>
                  <a:pt x="100102" y="14300"/>
                </a:moveTo>
                <a:lnTo>
                  <a:pt x="100102" y="20429"/>
                </a:lnTo>
                <a:cubicBezTo>
                  <a:pt x="111389" y="20429"/>
                  <a:pt x="120531" y="29571"/>
                  <a:pt x="120531" y="40858"/>
                </a:cubicBezTo>
                <a:cubicBezTo>
                  <a:pt x="120531" y="44688"/>
                  <a:pt x="119484" y="48263"/>
                  <a:pt x="117671" y="51302"/>
                </a:cubicBezTo>
                <a:cubicBezTo>
                  <a:pt x="124234" y="54699"/>
                  <a:pt x="128702" y="61542"/>
                  <a:pt x="128702" y="69458"/>
                </a:cubicBezTo>
                <a:cubicBezTo>
                  <a:pt x="128702" y="76149"/>
                  <a:pt x="125485" y="82073"/>
                  <a:pt x="120531" y="85802"/>
                </a:cubicBezTo>
                <a:cubicBezTo>
                  <a:pt x="123084" y="89223"/>
                  <a:pt x="124617" y="93462"/>
                  <a:pt x="124617" y="98059"/>
                </a:cubicBezTo>
                <a:cubicBezTo>
                  <a:pt x="124617" y="109346"/>
                  <a:pt x="115475" y="118488"/>
                  <a:pt x="104188" y="118488"/>
                </a:cubicBezTo>
                <a:cubicBezTo>
                  <a:pt x="104009" y="118488"/>
                  <a:pt x="103856" y="118488"/>
                  <a:pt x="103677" y="118488"/>
                </a:cubicBezTo>
                <a:cubicBezTo>
                  <a:pt x="101864" y="125536"/>
                  <a:pt x="95454" y="130745"/>
                  <a:pt x="87845" y="130745"/>
                </a:cubicBezTo>
                <a:lnTo>
                  <a:pt x="79673" y="130745"/>
                </a:lnTo>
                <a:cubicBezTo>
                  <a:pt x="75153" y="130745"/>
                  <a:pt x="71501" y="127094"/>
                  <a:pt x="71501" y="122574"/>
                </a:cubicBezTo>
                <a:lnTo>
                  <a:pt x="71501" y="8172"/>
                </a:lnTo>
                <a:cubicBezTo>
                  <a:pt x="71501" y="3652"/>
                  <a:pt x="75153" y="0"/>
                  <a:pt x="79673" y="0"/>
                </a:cubicBezTo>
                <a:lnTo>
                  <a:pt x="85802" y="0"/>
                </a:lnTo>
                <a:cubicBezTo>
                  <a:pt x="93692" y="0"/>
                  <a:pt x="100102" y="6410"/>
                  <a:pt x="100102" y="14300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36" name="Text 34"/>
          <p:cNvSpPr/>
          <p:nvPr/>
        </p:nvSpPr>
        <p:spPr>
          <a:xfrm>
            <a:off x="6662903" y="1680082"/>
            <a:ext cx="1903979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Classification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34099" y="1941573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transformer models (BERT/RoBERTa) for semantic analysis beyond pattern matching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34099" y="2170377"/>
            <a:ext cx="833501" cy="196118"/>
          </a:xfrm>
          <a:custGeom>
            <a:avLst/>
            <a:gdLst/>
            <a:ahLst/>
            <a:cxnLst/>
            <a:rect l="l" t="t" r="r" b="b"/>
            <a:pathLst>
              <a:path w="833501" h="196118">
                <a:moveTo>
                  <a:pt x="32687" y="0"/>
                </a:moveTo>
                <a:lnTo>
                  <a:pt x="800814" y="0"/>
                </a:lnTo>
                <a:cubicBezTo>
                  <a:pt x="818867" y="0"/>
                  <a:pt x="833501" y="14634"/>
                  <a:pt x="833501" y="32687"/>
                </a:cubicBezTo>
                <a:lnTo>
                  <a:pt x="833501" y="163431"/>
                </a:lnTo>
                <a:cubicBezTo>
                  <a:pt x="833501" y="181484"/>
                  <a:pt x="818867" y="196118"/>
                  <a:pt x="800814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34099" y="2170377"/>
            <a:ext cx="882531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transformers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336446" y="2170377"/>
            <a:ext cx="833501" cy="196118"/>
          </a:xfrm>
          <a:custGeom>
            <a:avLst/>
            <a:gdLst/>
            <a:ahLst/>
            <a:cxnLst/>
            <a:rect l="l" t="t" r="r" b="b"/>
            <a:pathLst>
              <a:path w="833501" h="196118">
                <a:moveTo>
                  <a:pt x="32687" y="0"/>
                </a:moveTo>
                <a:lnTo>
                  <a:pt x="800814" y="0"/>
                </a:lnTo>
                <a:cubicBezTo>
                  <a:pt x="818867" y="0"/>
                  <a:pt x="833501" y="14634"/>
                  <a:pt x="833501" y="32687"/>
                </a:cubicBezTo>
                <a:lnTo>
                  <a:pt x="833501" y="163431"/>
                </a:lnTo>
                <a:cubicBezTo>
                  <a:pt x="833501" y="181484"/>
                  <a:pt x="818867" y="196118"/>
                  <a:pt x="800814" y="196118"/>
                </a:cubicBezTo>
                <a:lnTo>
                  <a:pt x="32687" y="196118"/>
                </a:lnTo>
                <a:cubicBezTo>
                  <a:pt x="14634" y="196118"/>
                  <a:pt x="0" y="181484"/>
                  <a:pt x="0" y="163431"/>
                </a:cubicBezTo>
                <a:lnTo>
                  <a:pt x="0" y="32687"/>
                </a:lnTo>
                <a:cubicBezTo>
                  <a:pt x="0" y="14647"/>
                  <a:pt x="14647" y="0"/>
                  <a:pt x="32687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7336446" y="2170377"/>
            <a:ext cx="882531" cy="196118"/>
          </a:xfrm>
          <a:prstGeom prst="rect">
            <a:avLst/>
          </a:prstGeom>
          <a:noFill/>
          <a:ln/>
        </p:spPr>
        <p:txBody>
          <a:bodyPr wrap="square" lIns="65373" tIns="32686" rIns="65373" bIns="32686" rtlCol="0" anchor="ctr"/>
          <a:lstStyle/>
          <a:p>
            <a:pPr>
              <a:lnSpc>
                <a:spcPct val="110000"/>
              </a:lnSpc>
            </a:pPr>
            <a:r>
              <a:rPr lang="en-US" sz="772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332772" y="2572313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2271" y="2706326"/>
            <a:ext cx="147088" cy="130745"/>
          </a:xfrm>
          <a:custGeom>
            <a:avLst/>
            <a:gdLst/>
            <a:ahLst/>
            <a:cxnLst/>
            <a:rect l="l" t="t" r="r" b="b"/>
            <a:pathLst>
              <a:path w="147088" h="130745">
                <a:moveTo>
                  <a:pt x="107124" y="24515"/>
                </a:moveTo>
                <a:cubicBezTo>
                  <a:pt x="102885" y="24515"/>
                  <a:pt x="98774" y="25664"/>
                  <a:pt x="95173" y="27758"/>
                </a:cubicBezTo>
                <a:cubicBezTo>
                  <a:pt x="91139" y="23672"/>
                  <a:pt x="86440" y="20250"/>
                  <a:pt x="81256" y="17671"/>
                </a:cubicBezTo>
                <a:cubicBezTo>
                  <a:pt x="88457" y="11542"/>
                  <a:pt x="97625" y="8172"/>
                  <a:pt x="107124" y="8172"/>
                </a:cubicBezTo>
                <a:cubicBezTo>
                  <a:pt x="129188" y="8172"/>
                  <a:pt x="147088" y="26047"/>
                  <a:pt x="147088" y="48136"/>
                </a:cubicBezTo>
                <a:cubicBezTo>
                  <a:pt x="147088" y="58733"/>
                  <a:pt x="142875" y="68897"/>
                  <a:pt x="135393" y="76379"/>
                </a:cubicBezTo>
                <a:lnTo>
                  <a:pt x="117237" y="94535"/>
                </a:lnTo>
                <a:cubicBezTo>
                  <a:pt x="109755" y="102017"/>
                  <a:pt x="99591" y="106231"/>
                  <a:pt x="88994" y="106231"/>
                </a:cubicBezTo>
                <a:cubicBezTo>
                  <a:pt x="66930" y="106231"/>
                  <a:pt x="49029" y="88355"/>
                  <a:pt x="49029" y="66266"/>
                </a:cubicBezTo>
                <a:cubicBezTo>
                  <a:pt x="49029" y="65883"/>
                  <a:pt x="49029" y="65500"/>
                  <a:pt x="49055" y="65117"/>
                </a:cubicBezTo>
                <a:cubicBezTo>
                  <a:pt x="49183" y="60597"/>
                  <a:pt x="52937" y="57048"/>
                  <a:pt x="57456" y="57176"/>
                </a:cubicBezTo>
                <a:cubicBezTo>
                  <a:pt x="61976" y="57303"/>
                  <a:pt x="65526" y="61057"/>
                  <a:pt x="65398" y="65577"/>
                </a:cubicBezTo>
                <a:cubicBezTo>
                  <a:pt x="65398" y="65807"/>
                  <a:pt x="65398" y="66037"/>
                  <a:pt x="65398" y="66241"/>
                </a:cubicBezTo>
                <a:cubicBezTo>
                  <a:pt x="65398" y="79290"/>
                  <a:pt x="75970" y="89862"/>
                  <a:pt x="89019" y="89862"/>
                </a:cubicBezTo>
                <a:cubicBezTo>
                  <a:pt x="95276" y="89862"/>
                  <a:pt x="101277" y="87385"/>
                  <a:pt x="105720" y="82942"/>
                </a:cubicBezTo>
                <a:lnTo>
                  <a:pt x="123876" y="64785"/>
                </a:lnTo>
                <a:cubicBezTo>
                  <a:pt x="128294" y="60368"/>
                  <a:pt x="130796" y="54341"/>
                  <a:pt x="130796" y="48085"/>
                </a:cubicBezTo>
                <a:cubicBezTo>
                  <a:pt x="130796" y="35036"/>
                  <a:pt x="120224" y="24464"/>
                  <a:pt x="107175" y="24464"/>
                </a:cubicBezTo>
                <a:close/>
                <a:moveTo>
                  <a:pt x="70276" y="44254"/>
                </a:moveTo>
                <a:cubicBezTo>
                  <a:pt x="69790" y="44050"/>
                  <a:pt x="69305" y="43769"/>
                  <a:pt x="68871" y="43463"/>
                </a:cubicBezTo>
                <a:cubicBezTo>
                  <a:pt x="65654" y="41803"/>
                  <a:pt x="61976" y="40858"/>
                  <a:pt x="58120" y="40858"/>
                </a:cubicBezTo>
                <a:cubicBezTo>
                  <a:pt x="51864" y="40858"/>
                  <a:pt x="45863" y="43335"/>
                  <a:pt x="41420" y="47778"/>
                </a:cubicBezTo>
                <a:lnTo>
                  <a:pt x="23263" y="65934"/>
                </a:lnTo>
                <a:cubicBezTo>
                  <a:pt x="18846" y="70352"/>
                  <a:pt x="16343" y="76379"/>
                  <a:pt x="16343" y="82635"/>
                </a:cubicBezTo>
                <a:cubicBezTo>
                  <a:pt x="16343" y="95684"/>
                  <a:pt x="26915" y="106256"/>
                  <a:pt x="39964" y="106256"/>
                </a:cubicBezTo>
                <a:cubicBezTo>
                  <a:pt x="44178" y="106256"/>
                  <a:pt x="48289" y="105133"/>
                  <a:pt x="51890" y="103039"/>
                </a:cubicBezTo>
                <a:cubicBezTo>
                  <a:pt x="55924" y="107124"/>
                  <a:pt x="60623" y="110546"/>
                  <a:pt x="65832" y="113125"/>
                </a:cubicBezTo>
                <a:cubicBezTo>
                  <a:pt x="58631" y="119228"/>
                  <a:pt x="49489" y="122625"/>
                  <a:pt x="39964" y="122625"/>
                </a:cubicBezTo>
                <a:cubicBezTo>
                  <a:pt x="17901" y="122625"/>
                  <a:pt x="0" y="104749"/>
                  <a:pt x="0" y="82661"/>
                </a:cubicBezTo>
                <a:cubicBezTo>
                  <a:pt x="0" y="72063"/>
                  <a:pt x="4213" y="61900"/>
                  <a:pt x="11696" y="54418"/>
                </a:cubicBezTo>
                <a:lnTo>
                  <a:pt x="29852" y="36261"/>
                </a:lnTo>
                <a:cubicBezTo>
                  <a:pt x="37334" y="28779"/>
                  <a:pt x="47497" y="24566"/>
                  <a:pt x="58095" y="24566"/>
                </a:cubicBezTo>
                <a:cubicBezTo>
                  <a:pt x="80209" y="24566"/>
                  <a:pt x="98059" y="42594"/>
                  <a:pt x="98059" y="64632"/>
                </a:cubicBezTo>
                <a:cubicBezTo>
                  <a:pt x="98059" y="64964"/>
                  <a:pt x="98059" y="65296"/>
                  <a:pt x="98059" y="65628"/>
                </a:cubicBezTo>
                <a:cubicBezTo>
                  <a:pt x="97957" y="70148"/>
                  <a:pt x="94203" y="73697"/>
                  <a:pt x="89683" y="73595"/>
                </a:cubicBezTo>
                <a:cubicBezTo>
                  <a:pt x="85163" y="73493"/>
                  <a:pt x="81614" y="69739"/>
                  <a:pt x="81716" y="65219"/>
                </a:cubicBezTo>
                <a:cubicBezTo>
                  <a:pt x="81716" y="65015"/>
                  <a:pt x="81716" y="64836"/>
                  <a:pt x="81716" y="64632"/>
                </a:cubicBezTo>
                <a:cubicBezTo>
                  <a:pt x="81716" y="56026"/>
                  <a:pt x="77119" y="48468"/>
                  <a:pt x="70276" y="44305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44" name="Text 42"/>
          <p:cNvSpPr/>
          <p:nvPr/>
        </p:nvSpPr>
        <p:spPr>
          <a:xfrm>
            <a:off x="6662903" y="2673639"/>
            <a:ext cx="1536257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VirusTotal API Integration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34099" y="2935130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Scan extracted URLs against 70+ antivirus engines for comprehensive threat detection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32772" y="3304484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50442" y="3438504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65373" y="130745"/>
                </a:moveTo>
                <a:cubicBezTo>
                  <a:pt x="101453" y="130745"/>
                  <a:pt x="130745" y="101453"/>
                  <a:pt x="130745" y="65373"/>
                </a:cubicBezTo>
                <a:cubicBezTo>
                  <a:pt x="130745" y="29293"/>
                  <a:pt x="101453" y="0"/>
                  <a:pt x="65373" y="0"/>
                </a:cubicBezTo>
                <a:cubicBezTo>
                  <a:pt x="29293" y="0"/>
                  <a:pt x="0" y="29293"/>
                  <a:pt x="0" y="65373"/>
                </a:cubicBezTo>
                <a:cubicBezTo>
                  <a:pt x="0" y="101453"/>
                  <a:pt x="29293" y="130745"/>
                  <a:pt x="65373" y="130745"/>
                </a:cubicBezTo>
                <a:close/>
                <a:moveTo>
                  <a:pt x="65373" y="44944"/>
                </a:moveTo>
                <a:cubicBezTo>
                  <a:pt x="60853" y="44944"/>
                  <a:pt x="57201" y="48595"/>
                  <a:pt x="57201" y="53115"/>
                </a:cubicBezTo>
                <a:cubicBezTo>
                  <a:pt x="57201" y="56512"/>
                  <a:pt x="54469" y="59244"/>
                  <a:pt x="51072" y="59244"/>
                </a:cubicBezTo>
                <a:cubicBezTo>
                  <a:pt x="47676" y="59244"/>
                  <a:pt x="44944" y="56512"/>
                  <a:pt x="44944" y="53115"/>
                </a:cubicBezTo>
                <a:cubicBezTo>
                  <a:pt x="44944" y="41828"/>
                  <a:pt x="54086" y="32686"/>
                  <a:pt x="65373" y="32686"/>
                </a:cubicBezTo>
                <a:cubicBezTo>
                  <a:pt x="76660" y="32686"/>
                  <a:pt x="85802" y="41828"/>
                  <a:pt x="85802" y="53115"/>
                </a:cubicBezTo>
                <a:cubicBezTo>
                  <a:pt x="85802" y="65168"/>
                  <a:pt x="76609" y="70276"/>
                  <a:pt x="71501" y="72140"/>
                </a:cubicBezTo>
                <a:lnTo>
                  <a:pt x="71501" y="73110"/>
                </a:lnTo>
                <a:cubicBezTo>
                  <a:pt x="71501" y="76506"/>
                  <a:pt x="68769" y="79239"/>
                  <a:pt x="65373" y="79239"/>
                </a:cubicBezTo>
                <a:cubicBezTo>
                  <a:pt x="61976" y="79239"/>
                  <a:pt x="59244" y="76506"/>
                  <a:pt x="59244" y="73110"/>
                </a:cubicBezTo>
                <a:lnTo>
                  <a:pt x="59244" y="71042"/>
                </a:lnTo>
                <a:cubicBezTo>
                  <a:pt x="59244" y="65807"/>
                  <a:pt x="63023" y="62053"/>
                  <a:pt x="66930" y="60776"/>
                </a:cubicBezTo>
                <a:cubicBezTo>
                  <a:pt x="68565" y="60240"/>
                  <a:pt x="70301" y="59372"/>
                  <a:pt x="71578" y="58146"/>
                </a:cubicBezTo>
                <a:cubicBezTo>
                  <a:pt x="72676" y="57073"/>
                  <a:pt x="73544" y="55592"/>
                  <a:pt x="73544" y="53141"/>
                </a:cubicBezTo>
                <a:cubicBezTo>
                  <a:pt x="73544" y="48621"/>
                  <a:pt x="69893" y="44969"/>
                  <a:pt x="65373" y="44969"/>
                </a:cubicBezTo>
                <a:close/>
                <a:moveTo>
                  <a:pt x="57201" y="93973"/>
                </a:moveTo>
                <a:cubicBezTo>
                  <a:pt x="57201" y="89463"/>
                  <a:pt x="60863" y="85802"/>
                  <a:pt x="65373" y="85802"/>
                </a:cubicBezTo>
                <a:cubicBezTo>
                  <a:pt x="69883" y="85802"/>
                  <a:pt x="73544" y="89463"/>
                  <a:pt x="73544" y="93973"/>
                </a:cubicBezTo>
                <a:cubicBezTo>
                  <a:pt x="73544" y="98483"/>
                  <a:pt x="69883" y="102145"/>
                  <a:pt x="65373" y="102145"/>
                </a:cubicBezTo>
                <a:cubicBezTo>
                  <a:pt x="60863" y="102145"/>
                  <a:pt x="57201" y="98483"/>
                  <a:pt x="57201" y="93973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48" name="Text 46"/>
          <p:cNvSpPr/>
          <p:nvPr/>
        </p:nvSpPr>
        <p:spPr>
          <a:xfrm>
            <a:off x="6662903" y="3405818"/>
            <a:ext cx="1487228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Phishing Quiz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34099" y="3667309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Gamified training module with real email examples to test user knowledge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32772" y="4036662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450442" y="4170675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16343" y="16343"/>
                </a:moveTo>
                <a:cubicBezTo>
                  <a:pt x="16343" y="11823"/>
                  <a:pt x="12691" y="8172"/>
                  <a:pt x="8172" y="8172"/>
                </a:cubicBezTo>
                <a:cubicBezTo>
                  <a:pt x="3652" y="8172"/>
                  <a:pt x="0" y="11823"/>
                  <a:pt x="0" y="16343"/>
                </a:cubicBezTo>
                <a:lnTo>
                  <a:pt x="0" y="102145"/>
                </a:lnTo>
                <a:cubicBezTo>
                  <a:pt x="0" y="113432"/>
                  <a:pt x="9142" y="122574"/>
                  <a:pt x="20429" y="122574"/>
                </a:cubicBezTo>
                <a:lnTo>
                  <a:pt x="122574" y="122574"/>
                </a:lnTo>
                <a:cubicBezTo>
                  <a:pt x="127094" y="122574"/>
                  <a:pt x="130745" y="118922"/>
                  <a:pt x="130745" y="114402"/>
                </a:cubicBezTo>
                <a:cubicBezTo>
                  <a:pt x="130745" y="109882"/>
                  <a:pt x="127094" y="106231"/>
                  <a:pt x="122574" y="106231"/>
                </a:cubicBezTo>
                <a:lnTo>
                  <a:pt x="20429" y="106231"/>
                </a:lnTo>
                <a:cubicBezTo>
                  <a:pt x="18182" y="106231"/>
                  <a:pt x="16343" y="104392"/>
                  <a:pt x="16343" y="102145"/>
                </a:cubicBezTo>
                <a:lnTo>
                  <a:pt x="16343" y="16343"/>
                </a:lnTo>
                <a:close/>
                <a:moveTo>
                  <a:pt x="120173" y="38458"/>
                </a:moveTo>
                <a:cubicBezTo>
                  <a:pt x="123365" y="35265"/>
                  <a:pt x="123365" y="30082"/>
                  <a:pt x="120173" y="26890"/>
                </a:cubicBezTo>
                <a:cubicBezTo>
                  <a:pt x="116981" y="23698"/>
                  <a:pt x="111797" y="23698"/>
                  <a:pt x="108605" y="26890"/>
                </a:cubicBezTo>
                <a:lnTo>
                  <a:pt x="81716" y="53805"/>
                </a:lnTo>
                <a:lnTo>
                  <a:pt x="67058" y="39173"/>
                </a:lnTo>
                <a:cubicBezTo>
                  <a:pt x="63866" y="35980"/>
                  <a:pt x="58682" y="35980"/>
                  <a:pt x="55490" y="39173"/>
                </a:cubicBezTo>
                <a:lnTo>
                  <a:pt x="30975" y="63687"/>
                </a:lnTo>
                <a:cubicBezTo>
                  <a:pt x="27783" y="66879"/>
                  <a:pt x="27783" y="72063"/>
                  <a:pt x="30975" y="75255"/>
                </a:cubicBezTo>
                <a:cubicBezTo>
                  <a:pt x="34167" y="78447"/>
                  <a:pt x="39351" y="78447"/>
                  <a:pt x="42543" y="75255"/>
                </a:cubicBezTo>
                <a:lnTo>
                  <a:pt x="61287" y="56512"/>
                </a:lnTo>
                <a:lnTo>
                  <a:pt x="75945" y="71169"/>
                </a:lnTo>
                <a:cubicBezTo>
                  <a:pt x="79137" y="74361"/>
                  <a:pt x="84321" y="74361"/>
                  <a:pt x="87513" y="71169"/>
                </a:cubicBezTo>
                <a:lnTo>
                  <a:pt x="120199" y="38483"/>
                </a:ln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52" name="Text 50"/>
          <p:cNvSpPr/>
          <p:nvPr/>
        </p:nvSpPr>
        <p:spPr>
          <a:xfrm>
            <a:off x="6662903" y="4137988"/>
            <a:ext cx="1250252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Dashboard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434099" y="4399479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detection statistics, common indicators, and user engagement metrics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32772" y="4768833"/>
            <a:ext cx="5358923" cy="627577"/>
          </a:xfrm>
          <a:custGeom>
            <a:avLst/>
            <a:gdLst/>
            <a:ahLst/>
            <a:cxnLst/>
            <a:rect l="l" t="t" r="r" b="b"/>
            <a:pathLst>
              <a:path w="5358923" h="627577">
                <a:moveTo>
                  <a:pt x="65375" y="0"/>
                </a:moveTo>
                <a:lnTo>
                  <a:pt x="5293549" y="0"/>
                </a:lnTo>
                <a:cubicBezTo>
                  <a:pt x="5329654" y="0"/>
                  <a:pt x="5358923" y="29269"/>
                  <a:pt x="5358923" y="65375"/>
                </a:cubicBezTo>
                <a:lnTo>
                  <a:pt x="5358923" y="562203"/>
                </a:lnTo>
                <a:cubicBezTo>
                  <a:pt x="5358923" y="598308"/>
                  <a:pt x="5329654" y="627577"/>
                  <a:pt x="5293549" y="627577"/>
                </a:cubicBezTo>
                <a:lnTo>
                  <a:pt x="65375" y="627577"/>
                </a:lnTo>
                <a:cubicBezTo>
                  <a:pt x="29269" y="627577"/>
                  <a:pt x="0" y="598308"/>
                  <a:pt x="0" y="562203"/>
                </a:cubicBezTo>
                <a:lnTo>
                  <a:pt x="0" y="65375"/>
                </a:lnTo>
                <a:cubicBezTo>
                  <a:pt x="0" y="29269"/>
                  <a:pt x="29269" y="0"/>
                  <a:pt x="65375" y="0"/>
                </a:cubicBezTo>
                <a:close/>
              </a:path>
            </a:pathLst>
          </a:custGeom>
          <a:solidFill>
            <a:srgbClr val="0D1117">
              <a:alpha val="50196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450442" y="4902845"/>
            <a:ext cx="130745" cy="130745"/>
          </a:xfrm>
          <a:custGeom>
            <a:avLst/>
            <a:gdLst/>
            <a:ahLst/>
            <a:cxnLst/>
            <a:rect l="l" t="t" r="r" b="b"/>
            <a:pathLst>
              <a:path w="130745" h="130745">
                <a:moveTo>
                  <a:pt x="57201" y="0"/>
                </a:moveTo>
                <a:cubicBezTo>
                  <a:pt x="66215" y="0"/>
                  <a:pt x="73544" y="5490"/>
                  <a:pt x="73544" y="12257"/>
                </a:cubicBezTo>
                <a:cubicBezTo>
                  <a:pt x="73544" y="14913"/>
                  <a:pt x="72421" y="17365"/>
                  <a:pt x="70480" y="19382"/>
                </a:cubicBezTo>
                <a:cubicBezTo>
                  <a:pt x="68795" y="21144"/>
                  <a:pt x="67416" y="23289"/>
                  <a:pt x="67416" y="25740"/>
                </a:cubicBezTo>
                <a:cubicBezTo>
                  <a:pt x="67416" y="29571"/>
                  <a:pt x="70531" y="32686"/>
                  <a:pt x="74361" y="32686"/>
                </a:cubicBezTo>
                <a:lnTo>
                  <a:pt x="85802" y="32686"/>
                </a:lnTo>
                <a:cubicBezTo>
                  <a:pt x="92569" y="32686"/>
                  <a:pt x="98059" y="38177"/>
                  <a:pt x="98059" y="44944"/>
                </a:cubicBezTo>
                <a:lnTo>
                  <a:pt x="98059" y="56384"/>
                </a:lnTo>
                <a:cubicBezTo>
                  <a:pt x="98059" y="60214"/>
                  <a:pt x="101174" y="63330"/>
                  <a:pt x="105005" y="63330"/>
                </a:cubicBezTo>
                <a:cubicBezTo>
                  <a:pt x="107431" y="63330"/>
                  <a:pt x="109601" y="61951"/>
                  <a:pt x="111363" y="60265"/>
                </a:cubicBezTo>
                <a:cubicBezTo>
                  <a:pt x="113381" y="58350"/>
                  <a:pt x="115832" y="57201"/>
                  <a:pt x="118488" y="57201"/>
                </a:cubicBezTo>
                <a:cubicBezTo>
                  <a:pt x="125255" y="57201"/>
                  <a:pt x="130745" y="64530"/>
                  <a:pt x="130745" y="73544"/>
                </a:cubicBezTo>
                <a:cubicBezTo>
                  <a:pt x="130745" y="82559"/>
                  <a:pt x="125255" y="89887"/>
                  <a:pt x="118488" y="89887"/>
                </a:cubicBezTo>
                <a:cubicBezTo>
                  <a:pt x="115832" y="89887"/>
                  <a:pt x="113355" y="88764"/>
                  <a:pt x="111363" y="86823"/>
                </a:cubicBezTo>
                <a:cubicBezTo>
                  <a:pt x="109601" y="85138"/>
                  <a:pt x="107456" y="83759"/>
                  <a:pt x="105005" y="83759"/>
                </a:cubicBezTo>
                <a:cubicBezTo>
                  <a:pt x="101174" y="83759"/>
                  <a:pt x="98059" y="86874"/>
                  <a:pt x="98059" y="90705"/>
                </a:cubicBezTo>
                <a:lnTo>
                  <a:pt x="98059" y="118488"/>
                </a:lnTo>
                <a:cubicBezTo>
                  <a:pt x="98059" y="125255"/>
                  <a:pt x="92569" y="130745"/>
                  <a:pt x="85802" y="130745"/>
                </a:cubicBezTo>
                <a:lnTo>
                  <a:pt x="71297" y="130745"/>
                </a:lnTo>
                <a:cubicBezTo>
                  <a:pt x="68028" y="130745"/>
                  <a:pt x="65373" y="128090"/>
                  <a:pt x="65373" y="124821"/>
                </a:cubicBezTo>
                <a:cubicBezTo>
                  <a:pt x="65373" y="122472"/>
                  <a:pt x="66854" y="120403"/>
                  <a:pt x="68743" y="118999"/>
                </a:cubicBezTo>
                <a:cubicBezTo>
                  <a:pt x="71706" y="116777"/>
                  <a:pt x="73544" y="113713"/>
                  <a:pt x="73544" y="110316"/>
                </a:cubicBezTo>
                <a:cubicBezTo>
                  <a:pt x="73544" y="103549"/>
                  <a:pt x="66215" y="98059"/>
                  <a:pt x="57201" y="98059"/>
                </a:cubicBezTo>
                <a:cubicBezTo>
                  <a:pt x="48187" y="98059"/>
                  <a:pt x="40858" y="103549"/>
                  <a:pt x="40858" y="110316"/>
                </a:cubicBezTo>
                <a:cubicBezTo>
                  <a:pt x="40858" y="113713"/>
                  <a:pt x="42697" y="116777"/>
                  <a:pt x="45659" y="118999"/>
                </a:cubicBezTo>
                <a:cubicBezTo>
                  <a:pt x="47548" y="120403"/>
                  <a:pt x="49029" y="122446"/>
                  <a:pt x="49029" y="124821"/>
                </a:cubicBezTo>
                <a:cubicBezTo>
                  <a:pt x="49029" y="128090"/>
                  <a:pt x="46374" y="130745"/>
                  <a:pt x="43105" y="130745"/>
                </a:cubicBezTo>
                <a:lnTo>
                  <a:pt x="12257" y="130745"/>
                </a:lnTo>
                <a:cubicBezTo>
                  <a:pt x="5490" y="130745"/>
                  <a:pt x="0" y="125255"/>
                  <a:pt x="0" y="118488"/>
                </a:cubicBezTo>
                <a:lnTo>
                  <a:pt x="0" y="87640"/>
                </a:lnTo>
                <a:cubicBezTo>
                  <a:pt x="0" y="84372"/>
                  <a:pt x="2656" y="81716"/>
                  <a:pt x="5924" y="81716"/>
                </a:cubicBezTo>
                <a:cubicBezTo>
                  <a:pt x="8274" y="81716"/>
                  <a:pt x="10342" y="83197"/>
                  <a:pt x="11747" y="85087"/>
                </a:cubicBezTo>
                <a:cubicBezTo>
                  <a:pt x="13968" y="88049"/>
                  <a:pt x="17033" y="89887"/>
                  <a:pt x="20429" y="89887"/>
                </a:cubicBezTo>
                <a:cubicBezTo>
                  <a:pt x="27196" y="89887"/>
                  <a:pt x="32686" y="82559"/>
                  <a:pt x="32686" y="73544"/>
                </a:cubicBezTo>
                <a:cubicBezTo>
                  <a:pt x="32686" y="64530"/>
                  <a:pt x="27196" y="57201"/>
                  <a:pt x="20429" y="57201"/>
                </a:cubicBezTo>
                <a:cubicBezTo>
                  <a:pt x="17033" y="57201"/>
                  <a:pt x="13968" y="59040"/>
                  <a:pt x="11747" y="62002"/>
                </a:cubicBezTo>
                <a:cubicBezTo>
                  <a:pt x="10342" y="63892"/>
                  <a:pt x="8299" y="65373"/>
                  <a:pt x="5924" y="65373"/>
                </a:cubicBezTo>
                <a:cubicBezTo>
                  <a:pt x="2656" y="65373"/>
                  <a:pt x="0" y="62717"/>
                  <a:pt x="0" y="59448"/>
                </a:cubicBezTo>
                <a:lnTo>
                  <a:pt x="0" y="44944"/>
                </a:lnTo>
                <a:cubicBezTo>
                  <a:pt x="0" y="38177"/>
                  <a:pt x="5490" y="32686"/>
                  <a:pt x="12257" y="32686"/>
                </a:cubicBezTo>
                <a:lnTo>
                  <a:pt x="40041" y="32686"/>
                </a:lnTo>
                <a:cubicBezTo>
                  <a:pt x="43871" y="32686"/>
                  <a:pt x="46987" y="29571"/>
                  <a:pt x="46987" y="25740"/>
                </a:cubicBezTo>
                <a:cubicBezTo>
                  <a:pt x="46987" y="23315"/>
                  <a:pt x="45608" y="21144"/>
                  <a:pt x="43922" y="19382"/>
                </a:cubicBezTo>
                <a:cubicBezTo>
                  <a:pt x="42007" y="17365"/>
                  <a:pt x="40858" y="14913"/>
                  <a:pt x="40858" y="12257"/>
                </a:cubicBezTo>
                <a:cubicBezTo>
                  <a:pt x="40858" y="5490"/>
                  <a:pt x="48187" y="0"/>
                  <a:pt x="57201" y="0"/>
                </a:cubicBezTo>
                <a:close/>
              </a:path>
            </a:pathLst>
          </a:custGeom>
          <a:solidFill>
            <a:srgbClr val="E6EDF3"/>
          </a:solidFill>
          <a:ln/>
        </p:spPr>
      </p:sp>
      <p:sp>
        <p:nvSpPr>
          <p:cNvPr id="56" name="Text 54"/>
          <p:cNvSpPr/>
          <p:nvPr/>
        </p:nvSpPr>
        <p:spPr>
          <a:xfrm>
            <a:off x="6662903" y="4870159"/>
            <a:ext cx="1135850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 Extension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434099" y="5131650"/>
            <a:ext cx="5213469" cy="16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Chrome/Firefox extension for real-time email analysis directly in Gmail/Outlook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6162803" y="5703665"/>
            <a:ext cx="5693958" cy="823695"/>
          </a:xfrm>
          <a:custGeom>
            <a:avLst/>
            <a:gdLst/>
            <a:ahLst/>
            <a:cxnLst/>
            <a:rect l="l" t="t" r="r" b="b"/>
            <a:pathLst>
              <a:path w="5693958" h="823695">
                <a:moveTo>
                  <a:pt x="98061" y="0"/>
                </a:moveTo>
                <a:lnTo>
                  <a:pt x="5595897" y="0"/>
                </a:lnTo>
                <a:cubicBezTo>
                  <a:pt x="5650055" y="0"/>
                  <a:pt x="5693958" y="43903"/>
                  <a:pt x="5693958" y="98061"/>
                </a:cubicBezTo>
                <a:lnTo>
                  <a:pt x="5693958" y="725634"/>
                </a:lnTo>
                <a:cubicBezTo>
                  <a:pt x="5693958" y="779792"/>
                  <a:pt x="5650055" y="823695"/>
                  <a:pt x="5595897" y="823695"/>
                </a:cubicBezTo>
                <a:lnTo>
                  <a:pt x="98061" y="823695"/>
                </a:lnTo>
                <a:cubicBezTo>
                  <a:pt x="43903" y="823695"/>
                  <a:pt x="0" y="779792"/>
                  <a:pt x="0" y="725634"/>
                </a:cubicBezTo>
                <a:lnTo>
                  <a:pt x="0" y="98061"/>
                </a:lnTo>
                <a:cubicBezTo>
                  <a:pt x="0" y="43940"/>
                  <a:pt x="43940" y="0"/>
                  <a:pt x="98061" y="0"/>
                </a:cubicBezTo>
                <a:close/>
              </a:path>
            </a:pathLst>
          </a:custGeom>
          <a:solidFill>
            <a:srgbClr val="01FF64">
              <a:alpha val="10196"/>
            </a:srgbClr>
          </a:solidFill>
          <a:ln w="10160">
            <a:solidFill>
              <a:srgbClr val="01FF64">
                <a:alpha val="30196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25417" y="6033795"/>
            <a:ext cx="122574" cy="163432"/>
          </a:xfrm>
          <a:custGeom>
            <a:avLst/>
            <a:gdLst/>
            <a:ahLst/>
            <a:cxnLst/>
            <a:rect l="l" t="t" r="r" b="b"/>
            <a:pathLst>
              <a:path w="122574" h="163432">
                <a:moveTo>
                  <a:pt x="93494" y="122574"/>
                </a:moveTo>
                <a:cubicBezTo>
                  <a:pt x="95825" y="115456"/>
                  <a:pt x="100485" y="109008"/>
                  <a:pt x="105752" y="103454"/>
                </a:cubicBezTo>
                <a:cubicBezTo>
                  <a:pt x="116190" y="92473"/>
                  <a:pt x="122574" y="77630"/>
                  <a:pt x="122574" y="61287"/>
                </a:cubicBezTo>
                <a:cubicBezTo>
                  <a:pt x="122574" y="27451"/>
                  <a:pt x="95122" y="0"/>
                  <a:pt x="61287" y="0"/>
                </a:cubicBezTo>
                <a:cubicBezTo>
                  <a:pt x="27451" y="0"/>
                  <a:pt x="0" y="27451"/>
                  <a:pt x="0" y="61287"/>
                </a:cubicBezTo>
                <a:cubicBezTo>
                  <a:pt x="0" y="77630"/>
                  <a:pt x="6384" y="92473"/>
                  <a:pt x="16822" y="103454"/>
                </a:cubicBezTo>
                <a:cubicBezTo>
                  <a:pt x="22089" y="109008"/>
                  <a:pt x="26781" y="115456"/>
                  <a:pt x="29079" y="122574"/>
                </a:cubicBezTo>
                <a:lnTo>
                  <a:pt x="93462" y="122574"/>
                </a:lnTo>
                <a:close/>
                <a:moveTo>
                  <a:pt x="91930" y="137895"/>
                </a:moveTo>
                <a:lnTo>
                  <a:pt x="30643" y="137895"/>
                </a:lnTo>
                <a:lnTo>
                  <a:pt x="30643" y="143003"/>
                </a:lnTo>
                <a:cubicBezTo>
                  <a:pt x="30643" y="157111"/>
                  <a:pt x="42071" y="168539"/>
                  <a:pt x="56180" y="168539"/>
                </a:cubicBezTo>
                <a:lnTo>
                  <a:pt x="66394" y="168539"/>
                </a:lnTo>
                <a:cubicBezTo>
                  <a:pt x="80503" y="168539"/>
                  <a:pt x="91930" y="157111"/>
                  <a:pt x="91930" y="143003"/>
                </a:cubicBezTo>
                <a:lnTo>
                  <a:pt x="91930" y="137895"/>
                </a:lnTo>
                <a:close/>
                <a:moveTo>
                  <a:pt x="58733" y="35751"/>
                </a:moveTo>
                <a:cubicBezTo>
                  <a:pt x="46029" y="35751"/>
                  <a:pt x="35751" y="46029"/>
                  <a:pt x="35751" y="58733"/>
                </a:cubicBezTo>
                <a:cubicBezTo>
                  <a:pt x="35751" y="62979"/>
                  <a:pt x="32335" y="66394"/>
                  <a:pt x="28090" y="66394"/>
                </a:cubicBezTo>
                <a:cubicBezTo>
                  <a:pt x="23844" y="66394"/>
                  <a:pt x="20429" y="62979"/>
                  <a:pt x="20429" y="58733"/>
                </a:cubicBezTo>
                <a:cubicBezTo>
                  <a:pt x="20429" y="37570"/>
                  <a:pt x="37570" y="20429"/>
                  <a:pt x="58733" y="20429"/>
                </a:cubicBezTo>
                <a:cubicBezTo>
                  <a:pt x="62979" y="20429"/>
                  <a:pt x="66394" y="23844"/>
                  <a:pt x="66394" y="28090"/>
                </a:cubicBezTo>
                <a:cubicBezTo>
                  <a:pt x="66394" y="32335"/>
                  <a:pt x="62979" y="35751"/>
                  <a:pt x="58733" y="35751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60" name="Text 58"/>
          <p:cNvSpPr/>
          <p:nvPr/>
        </p:nvSpPr>
        <p:spPr>
          <a:xfrm>
            <a:off x="6575263" y="5837677"/>
            <a:ext cx="5213469" cy="196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9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Development Priority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575263" y="6066482"/>
            <a:ext cx="5205298" cy="326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01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Start with ML classification for 15-20% accuracy improvement, then add URL scanning for comprehensive protection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323fb13826e2ab7baf9bf69203923d3cbcdcd4f6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5" b="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0D1117">
                  <a:alpha val="95000"/>
                </a:srgbClr>
              </a:gs>
              <a:gs pos="50000">
                <a:srgbClr val="0D1117">
                  <a:alpha val="90000"/>
                </a:srgbClr>
              </a:gs>
              <a:gs pos="100000">
                <a:srgbClr val="01FF64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009912" y="333855"/>
            <a:ext cx="2169795" cy="426720"/>
          </a:xfrm>
          <a:custGeom>
            <a:avLst/>
            <a:gdLst/>
            <a:ahLst/>
            <a:cxnLst/>
            <a:rect l="l" t="t" r="r" b="b"/>
            <a:pathLst>
              <a:path w="2169795" h="426720">
                <a:moveTo>
                  <a:pt x="213360" y="0"/>
                </a:moveTo>
                <a:lnTo>
                  <a:pt x="1956435" y="0"/>
                </a:lnTo>
                <a:cubicBezTo>
                  <a:pt x="2074270" y="0"/>
                  <a:pt x="2169795" y="95525"/>
                  <a:pt x="2169795" y="213360"/>
                </a:cubicBezTo>
                <a:lnTo>
                  <a:pt x="2169795" y="213360"/>
                </a:lnTo>
                <a:cubicBezTo>
                  <a:pt x="2169795" y="331195"/>
                  <a:pt x="2074270" y="426720"/>
                  <a:pt x="1956435" y="426720"/>
                </a:cubicBezTo>
                <a:lnTo>
                  <a:pt x="213360" y="426720"/>
                </a:lnTo>
                <a:cubicBezTo>
                  <a:pt x="95603" y="426720"/>
                  <a:pt x="0" y="331117"/>
                  <a:pt x="0" y="213360"/>
                </a:cubicBezTo>
                <a:lnTo>
                  <a:pt x="0" y="213360"/>
                </a:lnTo>
                <a:cubicBezTo>
                  <a:pt x="0" y="95603"/>
                  <a:pt x="95603" y="0"/>
                  <a:pt x="213360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 w="10160">
            <a:solidFill>
              <a:srgbClr val="01FF64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161359" y="444345"/>
            <a:ext cx="1869162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spc="68" kern="0" dirty="0">
                <a:solidFill>
                  <a:srgbClr val="00FF6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PROJECT COMPLETE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937510" y="1069181"/>
            <a:ext cx="63150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FFFFFF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Build Your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4500" b="1" dirty="0">
                <a:solidFill>
                  <a:srgbClr val="00FF64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Cybersecurity Portfolio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390775" y="2726531"/>
            <a:ext cx="74104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6EDF3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PhishGuard demonstrates real-world phishing detection, combines AI with cybersecurity, and builds both frontend and backend skills. Start building today to protect users and advance your career.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832610" y="4040029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08221" y="427243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060621" y="4424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1" name="Text 8"/>
          <p:cNvSpPr/>
          <p:nvPr/>
        </p:nvSpPr>
        <p:spPr>
          <a:xfrm>
            <a:off x="2022158" y="4958237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Detection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31683" y="5301137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Demonstrates practical phishing identification with 10+ pattern checks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753570" y="4040029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829181" y="427243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5981581" y="442483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16" name="Text 13"/>
          <p:cNvSpPr/>
          <p:nvPr/>
        </p:nvSpPr>
        <p:spPr>
          <a:xfrm>
            <a:off x="4943118" y="4958237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+ Security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952643" y="5301137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Combines OCR technology with rule-based analysis and ML readiness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74531" y="4040029"/>
            <a:ext cx="2684145" cy="1874520"/>
          </a:xfrm>
          <a:custGeom>
            <a:avLst/>
            <a:gdLst/>
            <a:ahLst/>
            <a:cxnLst/>
            <a:rect l="l" t="t" r="r" b="b"/>
            <a:pathLst>
              <a:path w="2684145" h="1874520">
                <a:moveTo>
                  <a:pt x="114308" y="0"/>
                </a:moveTo>
                <a:lnTo>
                  <a:pt x="2569837" y="0"/>
                </a:lnTo>
                <a:cubicBezTo>
                  <a:pt x="2632967" y="0"/>
                  <a:pt x="2684145" y="51178"/>
                  <a:pt x="2684145" y="114308"/>
                </a:cubicBezTo>
                <a:lnTo>
                  <a:pt x="2684145" y="1760212"/>
                </a:lnTo>
                <a:cubicBezTo>
                  <a:pt x="2684145" y="1823342"/>
                  <a:pt x="2632967" y="1874520"/>
                  <a:pt x="2569837" y="1874520"/>
                </a:cubicBezTo>
                <a:lnTo>
                  <a:pt x="114308" y="1874520"/>
                </a:lnTo>
                <a:cubicBezTo>
                  <a:pt x="51178" y="1874520"/>
                  <a:pt x="0" y="1823342"/>
                  <a:pt x="0" y="1760212"/>
                </a:cubicBezTo>
                <a:lnTo>
                  <a:pt x="0" y="114308"/>
                </a:lnTo>
                <a:cubicBezTo>
                  <a:pt x="0" y="51220"/>
                  <a:pt x="51220" y="0"/>
                  <a:pt x="114308" y="0"/>
                </a:cubicBezTo>
                <a:close/>
              </a:path>
            </a:pathLst>
          </a:custGeom>
          <a:solidFill>
            <a:srgbClr val="3B4252">
              <a:alpha val="40000"/>
            </a:srgbClr>
          </a:solidFill>
          <a:ln w="10160">
            <a:solidFill>
              <a:srgbClr val="3B425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750261" y="4272437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1FF64">
              <a:alpha val="14902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8888373" y="4424837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1" name="Text 18"/>
          <p:cNvSpPr/>
          <p:nvPr/>
        </p:nvSpPr>
        <p:spPr>
          <a:xfrm>
            <a:off x="7864078" y="4958237"/>
            <a:ext cx="2305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Full-Stack Skills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873603" y="5301137"/>
            <a:ext cx="228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6EDF3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Builds Flask backend, interactive frontend, and deployment expertise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27383" y="63374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51762" y="118289"/>
                </a:moveTo>
                <a:cubicBezTo>
                  <a:pt x="51762" y="118884"/>
                  <a:pt x="51078" y="119360"/>
                  <a:pt x="50215" y="119360"/>
                </a:cubicBezTo>
                <a:cubicBezTo>
                  <a:pt x="49232" y="119449"/>
                  <a:pt x="48548" y="118973"/>
                  <a:pt x="48548" y="118289"/>
                </a:cubicBezTo>
                <a:cubicBezTo>
                  <a:pt x="48548" y="117693"/>
                  <a:pt x="49232" y="117217"/>
                  <a:pt x="50096" y="117217"/>
                </a:cubicBezTo>
                <a:cubicBezTo>
                  <a:pt x="50989" y="117128"/>
                  <a:pt x="51762" y="117604"/>
                  <a:pt x="51762" y="118289"/>
                </a:cubicBezTo>
                <a:close/>
                <a:moveTo>
                  <a:pt x="42505" y="116949"/>
                </a:moveTo>
                <a:cubicBezTo>
                  <a:pt x="42297" y="117544"/>
                  <a:pt x="42892" y="118229"/>
                  <a:pt x="43785" y="118408"/>
                </a:cubicBezTo>
                <a:cubicBezTo>
                  <a:pt x="44559" y="118705"/>
                  <a:pt x="45452" y="118408"/>
                  <a:pt x="45631" y="117812"/>
                </a:cubicBezTo>
                <a:cubicBezTo>
                  <a:pt x="45809" y="117217"/>
                  <a:pt x="45244" y="116532"/>
                  <a:pt x="44351" y="116265"/>
                </a:cubicBezTo>
                <a:cubicBezTo>
                  <a:pt x="43577" y="116056"/>
                  <a:pt x="42714" y="116354"/>
                  <a:pt x="42505" y="116949"/>
                </a:cubicBezTo>
                <a:close/>
                <a:moveTo>
                  <a:pt x="55662" y="116443"/>
                </a:moveTo>
                <a:cubicBezTo>
                  <a:pt x="54799" y="116651"/>
                  <a:pt x="54203" y="117217"/>
                  <a:pt x="54293" y="117902"/>
                </a:cubicBezTo>
                <a:cubicBezTo>
                  <a:pt x="54382" y="118497"/>
                  <a:pt x="55156" y="118884"/>
                  <a:pt x="56049" y="118676"/>
                </a:cubicBezTo>
                <a:cubicBezTo>
                  <a:pt x="56912" y="118467"/>
                  <a:pt x="57507" y="117902"/>
                  <a:pt x="57418" y="117306"/>
                </a:cubicBezTo>
                <a:cubicBezTo>
                  <a:pt x="57329" y="116741"/>
                  <a:pt x="56525" y="116354"/>
                  <a:pt x="55662" y="116443"/>
                </a:cubicBezTo>
                <a:close/>
                <a:moveTo>
                  <a:pt x="75248" y="2381"/>
                </a:moveTo>
                <a:cubicBezTo>
                  <a:pt x="33963" y="2381"/>
                  <a:pt x="2381" y="33724"/>
                  <a:pt x="2381" y="75009"/>
                </a:cubicBezTo>
                <a:cubicBezTo>
                  <a:pt x="2381" y="108019"/>
                  <a:pt x="23158" y="136267"/>
                  <a:pt x="52834" y="146209"/>
                </a:cubicBezTo>
                <a:cubicBezTo>
                  <a:pt x="56644" y="146893"/>
                  <a:pt x="57983" y="144542"/>
                  <a:pt x="57983" y="142607"/>
                </a:cubicBezTo>
                <a:cubicBezTo>
                  <a:pt x="57983" y="140762"/>
                  <a:pt x="57894" y="130582"/>
                  <a:pt x="57894" y="124331"/>
                </a:cubicBezTo>
                <a:cubicBezTo>
                  <a:pt x="57894" y="124331"/>
                  <a:pt x="37058" y="128796"/>
                  <a:pt x="32683" y="115461"/>
                </a:cubicBezTo>
                <a:cubicBezTo>
                  <a:pt x="32683" y="115461"/>
                  <a:pt x="29289" y="106799"/>
                  <a:pt x="24408" y="104567"/>
                </a:cubicBezTo>
                <a:cubicBezTo>
                  <a:pt x="24408" y="104567"/>
                  <a:pt x="17591" y="99893"/>
                  <a:pt x="24884" y="99983"/>
                </a:cubicBezTo>
                <a:cubicBezTo>
                  <a:pt x="24884" y="99983"/>
                  <a:pt x="32296" y="100578"/>
                  <a:pt x="36374" y="107662"/>
                </a:cubicBezTo>
                <a:cubicBezTo>
                  <a:pt x="42892" y="119152"/>
                  <a:pt x="53816" y="115848"/>
                  <a:pt x="58073" y="113883"/>
                </a:cubicBezTo>
                <a:cubicBezTo>
                  <a:pt x="58757" y="109121"/>
                  <a:pt x="60692" y="105817"/>
                  <a:pt x="62835" y="103852"/>
                </a:cubicBezTo>
                <a:cubicBezTo>
                  <a:pt x="46196" y="102007"/>
                  <a:pt x="29408" y="99596"/>
                  <a:pt x="29408" y="70961"/>
                </a:cubicBezTo>
                <a:cubicBezTo>
                  <a:pt x="29408" y="62776"/>
                  <a:pt x="31671" y="58668"/>
                  <a:pt x="36433" y="53429"/>
                </a:cubicBezTo>
                <a:cubicBezTo>
                  <a:pt x="35659" y="51495"/>
                  <a:pt x="33129" y="43517"/>
                  <a:pt x="37207" y="33218"/>
                </a:cubicBezTo>
                <a:cubicBezTo>
                  <a:pt x="43428" y="31284"/>
                  <a:pt x="57745" y="41255"/>
                  <a:pt x="57745" y="41255"/>
                </a:cubicBezTo>
                <a:cubicBezTo>
                  <a:pt x="63698" y="39588"/>
                  <a:pt x="70098" y="38725"/>
                  <a:pt x="76438" y="38725"/>
                </a:cubicBezTo>
                <a:cubicBezTo>
                  <a:pt x="82778" y="38725"/>
                  <a:pt x="89178" y="39588"/>
                  <a:pt x="95131" y="41255"/>
                </a:cubicBezTo>
                <a:cubicBezTo>
                  <a:pt x="95131" y="41255"/>
                  <a:pt x="109448" y="31254"/>
                  <a:pt x="115669" y="33218"/>
                </a:cubicBezTo>
                <a:cubicBezTo>
                  <a:pt x="119747" y="43547"/>
                  <a:pt x="117217" y="51495"/>
                  <a:pt x="116443" y="53429"/>
                </a:cubicBezTo>
                <a:cubicBezTo>
                  <a:pt x="121206" y="58698"/>
                  <a:pt x="124123" y="62805"/>
                  <a:pt x="124123" y="70961"/>
                </a:cubicBezTo>
                <a:cubicBezTo>
                  <a:pt x="124123" y="99685"/>
                  <a:pt x="106591" y="101977"/>
                  <a:pt x="89952" y="103852"/>
                </a:cubicBezTo>
                <a:cubicBezTo>
                  <a:pt x="92690" y="106204"/>
                  <a:pt x="95012" y="110669"/>
                  <a:pt x="95012" y="117664"/>
                </a:cubicBezTo>
                <a:cubicBezTo>
                  <a:pt x="95012" y="127695"/>
                  <a:pt x="94923" y="140107"/>
                  <a:pt x="94923" y="142548"/>
                </a:cubicBezTo>
                <a:cubicBezTo>
                  <a:pt x="94923" y="144482"/>
                  <a:pt x="96292" y="146834"/>
                  <a:pt x="100072" y="146149"/>
                </a:cubicBezTo>
                <a:cubicBezTo>
                  <a:pt x="129838" y="136267"/>
                  <a:pt x="150019" y="108019"/>
                  <a:pt x="150019" y="75009"/>
                </a:cubicBezTo>
                <a:cubicBezTo>
                  <a:pt x="150019" y="33724"/>
                  <a:pt x="116532" y="2381"/>
                  <a:pt x="75248" y="2381"/>
                </a:cubicBezTo>
                <a:close/>
                <a:moveTo>
                  <a:pt x="31313" y="105043"/>
                </a:moveTo>
                <a:cubicBezTo>
                  <a:pt x="30926" y="105341"/>
                  <a:pt x="31016" y="106025"/>
                  <a:pt x="31522" y="106591"/>
                </a:cubicBezTo>
                <a:cubicBezTo>
                  <a:pt x="31998" y="107067"/>
                  <a:pt x="32683" y="107275"/>
                  <a:pt x="33070" y="106888"/>
                </a:cubicBezTo>
                <a:cubicBezTo>
                  <a:pt x="33457" y="106591"/>
                  <a:pt x="33367" y="105906"/>
                  <a:pt x="32861" y="105341"/>
                </a:cubicBezTo>
                <a:cubicBezTo>
                  <a:pt x="32385" y="104864"/>
                  <a:pt x="31700" y="104656"/>
                  <a:pt x="31313" y="105043"/>
                </a:cubicBezTo>
                <a:close/>
                <a:moveTo>
                  <a:pt x="28099" y="102632"/>
                </a:moveTo>
                <a:cubicBezTo>
                  <a:pt x="27890" y="103019"/>
                  <a:pt x="28188" y="103495"/>
                  <a:pt x="28783" y="103793"/>
                </a:cubicBezTo>
                <a:cubicBezTo>
                  <a:pt x="29260" y="104090"/>
                  <a:pt x="29855" y="104001"/>
                  <a:pt x="30063" y="103584"/>
                </a:cubicBezTo>
                <a:cubicBezTo>
                  <a:pt x="30272" y="103197"/>
                  <a:pt x="29974" y="102721"/>
                  <a:pt x="29379" y="102424"/>
                </a:cubicBezTo>
                <a:cubicBezTo>
                  <a:pt x="28783" y="102245"/>
                  <a:pt x="28307" y="102334"/>
                  <a:pt x="28099" y="102632"/>
                </a:cubicBezTo>
                <a:close/>
                <a:moveTo>
                  <a:pt x="37743" y="113228"/>
                </a:moveTo>
                <a:cubicBezTo>
                  <a:pt x="37267" y="113615"/>
                  <a:pt x="37445" y="114508"/>
                  <a:pt x="38130" y="115074"/>
                </a:cubicBezTo>
                <a:cubicBezTo>
                  <a:pt x="38814" y="115759"/>
                  <a:pt x="39678" y="115848"/>
                  <a:pt x="40065" y="115372"/>
                </a:cubicBezTo>
                <a:cubicBezTo>
                  <a:pt x="40451" y="114985"/>
                  <a:pt x="40273" y="114092"/>
                  <a:pt x="39678" y="113526"/>
                </a:cubicBezTo>
                <a:cubicBezTo>
                  <a:pt x="39023" y="112841"/>
                  <a:pt x="38130" y="112752"/>
                  <a:pt x="37743" y="113228"/>
                </a:cubicBezTo>
                <a:close/>
                <a:moveTo>
                  <a:pt x="34350" y="108853"/>
                </a:moveTo>
                <a:cubicBezTo>
                  <a:pt x="33873" y="109151"/>
                  <a:pt x="33873" y="109924"/>
                  <a:pt x="34350" y="110609"/>
                </a:cubicBezTo>
                <a:cubicBezTo>
                  <a:pt x="34826" y="111294"/>
                  <a:pt x="35629" y="111591"/>
                  <a:pt x="36016" y="111294"/>
                </a:cubicBezTo>
                <a:cubicBezTo>
                  <a:pt x="36493" y="110907"/>
                  <a:pt x="36493" y="110133"/>
                  <a:pt x="36016" y="109448"/>
                </a:cubicBezTo>
                <a:cubicBezTo>
                  <a:pt x="35600" y="108764"/>
                  <a:pt x="34826" y="108466"/>
                  <a:pt x="34350" y="108853"/>
                </a:cubicBez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4" name="Text 21"/>
          <p:cNvSpPr/>
          <p:nvPr/>
        </p:nvSpPr>
        <p:spPr>
          <a:xfrm>
            <a:off x="4036933" y="6299364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github.com/phishguard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5875139" y="6337464"/>
            <a:ext cx="9525" cy="152400"/>
          </a:xfrm>
          <a:custGeom>
            <a:avLst/>
            <a:gdLst/>
            <a:ahLst/>
            <a:cxnLst/>
            <a:rect l="l" t="t" r="r" b="b"/>
            <a:pathLst>
              <a:path w="9525" h="152400">
                <a:moveTo>
                  <a:pt x="0" y="0"/>
                </a:moveTo>
                <a:lnTo>
                  <a:pt x="9525" y="0"/>
                </a:lnTo>
                <a:lnTo>
                  <a:pt x="9525" y="152400"/>
                </a:lnTo>
                <a:lnTo>
                  <a:pt x="0" y="152400"/>
                </a:lnTo>
                <a:lnTo>
                  <a:pt x="0" y="0"/>
                </a:lnTo>
                <a:close/>
              </a:path>
            </a:pathLst>
          </a:custGeom>
          <a:solidFill>
            <a:srgbClr val="3B4252"/>
          </a:solidFill>
          <a:ln/>
        </p:spPr>
      </p:sp>
      <p:sp>
        <p:nvSpPr>
          <p:cNvPr id="26" name="Shape 23"/>
          <p:cNvSpPr/>
          <p:nvPr/>
        </p:nvSpPr>
        <p:spPr>
          <a:xfrm>
            <a:off x="6132314" y="63374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00FF64"/>
          </a:solidFill>
          <a:ln/>
        </p:spPr>
      </p:sp>
      <p:sp>
        <p:nvSpPr>
          <p:cNvPr id="27" name="Text 24"/>
          <p:cNvSpPr/>
          <p:nvPr/>
        </p:nvSpPr>
        <p:spPr>
          <a:xfrm>
            <a:off x="6341864" y="6299364"/>
            <a:ext cx="2076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E6EDF3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phishguard-demo.render.com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PhishGuard: AI-Powered Phishing Detection System</dc:title>
  <dc:subject>PhishGuard: AI-Powered Phishing Detection System</dc:subject>
  <dc:creator>Kimi</dc:creator>
  <cp:lastModifiedBy>Kimi</cp:lastModifiedBy>
  <cp:revision>1</cp:revision>
  <dcterms:created xsi:type="dcterms:W3CDTF">2026-03-29T00:03:07Z</dcterms:created>
  <dcterms:modified xsi:type="dcterms:W3CDTF">2026-03-29T00:03:07Z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{"Label":"PhishGuard: AI-Powered Phishing Detection System","ContentProducer":"001191110108MACG2KBH8F10000","ProduceID":"19d36e10-10f2-8569-8000-00001c1ecbf4","ReservedCode1":"","ContentPropagator":"001191110108MACG2KBH8F20000","PropagateID":"19d36e10-10f2-8569-8000-00001c1ecbf4","ReservedCode2":""}</vt:lpwstr>
  </property>
</Properties>
</file>